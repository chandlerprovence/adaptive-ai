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8" r:id="rId2"/>
    <p:sldId id="263" r:id="rId3"/>
    <p:sldId id="264" r:id="rId4"/>
    <p:sldId id="265" r:id="rId5"/>
    <p:sldId id="266" r:id="rId6"/>
    <p:sldId id="267" r:id="rId7"/>
    <p:sldId id="268" r:id="rId8"/>
    <p:sldId id="269" r:id="rId9"/>
    <p:sldId id="259" r:id="rId10"/>
    <p:sldId id="270" r:id="rId11"/>
    <p:sldId id="271" r:id="rId12"/>
    <p:sldId id="272" r:id="rId13"/>
    <p:sldId id="275" r:id="rId14"/>
    <p:sldId id="276" r:id="rId15"/>
    <p:sldId id="277" r:id="rId16"/>
    <p:sldId id="278" r:id="rId17"/>
    <p:sldId id="279" r:id="rId18"/>
    <p:sldId id="274" r:id="rId19"/>
    <p:sldId id="280" r:id="rId20"/>
    <p:sldId id="281" r:id="rId21"/>
    <p:sldId id="282" r:id="rId22"/>
    <p:sldId id="283" r:id="rId23"/>
    <p:sldId id="284" r:id="rId24"/>
    <p:sldId id="286" r:id="rId25"/>
    <p:sldId id="260" r:id="rId26"/>
    <p:sldId id="287" r:id="rId27"/>
    <p:sldId id="288" r:id="rId28"/>
    <p:sldId id="289" r:id="rId29"/>
    <p:sldId id="290" r:id="rId30"/>
    <p:sldId id="291" r:id="rId31"/>
    <p:sldId id="261" r:id="rId32"/>
    <p:sldId id="292" r:id="rId33"/>
    <p:sldId id="293" r:id="rId34"/>
    <p:sldId id="294" r:id="rId35"/>
    <p:sldId id="295" r:id="rId36"/>
    <p:sldId id="296" r:id="rId37"/>
    <p:sldId id="262" r:id="rId38"/>
    <p:sldId id="297" r:id="rId39"/>
    <p:sldId id="298" r:id="rId40"/>
    <p:sldId id="299" r:id="rId41"/>
    <p:sldId id="25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0D3D03-FDB7-462E-A501-460298A6EEA4}" v="7" dt="2026-07-23T18:59:25.5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1" d="100"/>
          <a:sy n="81" d="100"/>
        </p:scale>
        <p:origin x="63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len, Brian C. [US-US]" userId="5d1ce5b9-f372-4b01-a2bb-24d7ad25d806" providerId="ADAL" clId="{708D641B-74B9-42CA-B124-30041B69659B}"/>
    <pc:docChg chg="undo custSel addSld delSld modSld sldOrd">
      <pc:chgData name="Mellen, Brian C. [US-US]" userId="5d1ce5b9-f372-4b01-a2bb-24d7ad25d806" providerId="ADAL" clId="{708D641B-74B9-42CA-B124-30041B69659B}" dt="2026-07-23T19:03:14.837" v="11920" actId="20577"/>
      <pc:docMkLst>
        <pc:docMk/>
      </pc:docMkLst>
      <pc:sldChg chg="addSp modSp mod ord modShow">
        <pc:chgData name="Mellen, Brian C. [US-US]" userId="5d1ce5b9-f372-4b01-a2bb-24d7ad25d806" providerId="ADAL" clId="{708D641B-74B9-42CA-B124-30041B69659B}" dt="2026-07-15T20:43:36.540" v="3854"/>
        <pc:sldMkLst>
          <pc:docMk/>
          <pc:sldMk cId="2122175892" sldId="256"/>
        </pc:sldMkLst>
        <pc:spChg chg="mod">
          <ac:chgData name="Mellen, Brian C. [US-US]" userId="5d1ce5b9-f372-4b01-a2bb-24d7ad25d806" providerId="ADAL" clId="{708D641B-74B9-42CA-B124-30041B69659B}" dt="2026-07-14T22:00:26.132" v="126" actId="1076"/>
          <ac:spMkLst>
            <pc:docMk/>
            <pc:sldMk cId="2122175892" sldId="256"/>
            <ac:spMk id="4" creationId="{17F0FAA8-E905-9D0C-FBB5-4EB12AD36699}"/>
          </ac:spMkLst>
        </pc:spChg>
        <pc:spChg chg="mod">
          <ac:chgData name="Mellen, Brian C. [US-US]" userId="5d1ce5b9-f372-4b01-a2bb-24d7ad25d806" providerId="ADAL" clId="{708D641B-74B9-42CA-B124-30041B69659B}" dt="2026-07-14T22:02:53.323" v="235" actId="1038"/>
          <ac:spMkLst>
            <pc:docMk/>
            <pc:sldMk cId="2122175892" sldId="256"/>
            <ac:spMk id="7" creationId="{6BD9D119-BA03-9E60-E8C1-8EFFDC3F5B19}"/>
          </ac:spMkLst>
        </pc:spChg>
        <pc:spChg chg="mod">
          <ac:chgData name="Mellen, Brian C. [US-US]" userId="5d1ce5b9-f372-4b01-a2bb-24d7ad25d806" providerId="ADAL" clId="{708D641B-74B9-42CA-B124-30041B69659B}" dt="2026-07-14T22:01:15.679" v="217" actId="1036"/>
          <ac:spMkLst>
            <pc:docMk/>
            <pc:sldMk cId="2122175892" sldId="256"/>
            <ac:spMk id="8" creationId="{847D4237-F170-37B8-F55A-B322EEF02227}"/>
          </ac:spMkLst>
        </pc:spChg>
        <pc:spChg chg="mod">
          <ac:chgData name="Mellen, Brian C. [US-US]" userId="5d1ce5b9-f372-4b01-a2bb-24d7ad25d806" providerId="ADAL" clId="{708D641B-74B9-42CA-B124-30041B69659B}" dt="2026-07-14T22:02:47.753" v="233" actId="1038"/>
          <ac:spMkLst>
            <pc:docMk/>
            <pc:sldMk cId="2122175892" sldId="256"/>
            <ac:spMk id="9" creationId="{A81EEFE1-1B28-C918-EC4D-BAEB121212BE}"/>
          </ac:spMkLst>
        </pc:spChg>
        <pc:spChg chg="mod">
          <ac:chgData name="Mellen, Brian C. [US-US]" userId="5d1ce5b9-f372-4b01-a2bb-24d7ad25d806" providerId="ADAL" clId="{708D641B-74B9-42CA-B124-30041B69659B}" dt="2026-07-15T17:17:33.560" v="2042" actId="20577"/>
          <ac:spMkLst>
            <pc:docMk/>
            <pc:sldMk cId="2122175892" sldId="256"/>
            <ac:spMk id="19" creationId="{7BBA4D5E-A3E0-F9E8-E47E-9E33C2FF9283}"/>
          </ac:spMkLst>
        </pc:spChg>
        <pc:spChg chg="mod">
          <ac:chgData name="Mellen, Brian C. [US-US]" userId="5d1ce5b9-f372-4b01-a2bb-24d7ad25d806" providerId="ADAL" clId="{708D641B-74B9-42CA-B124-30041B69659B}" dt="2026-07-15T17:17:43.676" v="2052" actId="20577"/>
          <ac:spMkLst>
            <pc:docMk/>
            <pc:sldMk cId="2122175892" sldId="256"/>
            <ac:spMk id="20" creationId="{B3625BC4-B828-8DE4-F158-EC1CEFF1864C}"/>
          </ac:spMkLst>
        </pc:spChg>
        <pc:spChg chg="mod">
          <ac:chgData name="Mellen, Brian C. [US-US]" userId="5d1ce5b9-f372-4b01-a2bb-24d7ad25d806" providerId="ADAL" clId="{708D641B-74B9-42CA-B124-30041B69659B}" dt="2026-07-15T17:17:53.964" v="2064" actId="20577"/>
          <ac:spMkLst>
            <pc:docMk/>
            <pc:sldMk cId="2122175892" sldId="256"/>
            <ac:spMk id="21" creationId="{643B9DF5-5D83-C6A5-162E-5E2CC6E285B5}"/>
          </ac:spMkLst>
        </pc:spChg>
        <pc:spChg chg="mod">
          <ac:chgData name="Mellen, Brian C. [US-US]" userId="5d1ce5b9-f372-4b01-a2bb-24d7ad25d806" providerId="ADAL" clId="{708D641B-74B9-42CA-B124-30041B69659B}" dt="2026-07-15T17:18:07.043" v="2077" actId="1076"/>
          <ac:spMkLst>
            <pc:docMk/>
            <pc:sldMk cId="2122175892" sldId="256"/>
            <ac:spMk id="22" creationId="{6A3B28D3-725A-0DA6-8D6D-CE301C8F85B9}"/>
          </ac:spMkLst>
        </pc:spChg>
        <pc:spChg chg="mod">
          <ac:chgData name="Mellen, Brian C. [US-US]" userId="5d1ce5b9-f372-4b01-a2bb-24d7ad25d806" providerId="ADAL" clId="{708D641B-74B9-42CA-B124-30041B69659B}" dt="2026-07-14T22:02:47.753" v="233" actId="1038"/>
          <ac:spMkLst>
            <pc:docMk/>
            <pc:sldMk cId="2122175892" sldId="256"/>
            <ac:spMk id="23" creationId="{6BAAFD57-9D82-0DDB-8834-F6EA5862EE86}"/>
          </ac:spMkLst>
        </pc:spChg>
        <pc:spChg chg="mod">
          <ac:chgData name="Mellen, Brian C. [US-US]" userId="5d1ce5b9-f372-4b01-a2bb-24d7ad25d806" providerId="ADAL" clId="{708D641B-74B9-42CA-B124-30041B69659B}" dt="2026-07-15T13:47:26.917" v="839" actId="20577"/>
          <ac:spMkLst>
            <pc:docMk/>
            <pc:sldMk cId="2122175892" sldId="256"/>
            <ac:spMk id="24" creationId="{1D62BBFF-4C5B-0CC9-6162-12F31D72E819}"/>
          </ac:spMkLst>
        </pc:spChg>
        <pc:spChg chg="mod">
          <ac:chgData name="Mellen, Brian C. [US-US]" userId="5d1ce5b9-f372-4b01-a2bb-24d7ad25d806" providerId="ADAL" clId="{708D641B-74B9-42CA-B124-30041B69659B}" dt="2026-07-15T13:47:56.327" v="856" actId="20577"/>
          <ac:spMkLst>
            <pc:docMk/>
            <pc:sldMk cId="2122175892" sldId="256"/>
            <ac:spMk id="25" creationId="{03F448E1-903A-C3B4-647B-E240CD48344B}"/>
          </ac:spMkLst>
        </pc:spChg>
        <pc:cxnChg chg="add mod">
          <ac:chgData name="Mellen, Brian C. [US-US]" userId="5d1ce5b9-f372-4b01-a2bb-24d7ad25d806" providerId="ADAL" clId="{708D641B-74B9-42CA-B124-30041B69659B}" dt="2026-07-15T17:17:38.854" v="2043" actId="20577"/>
          <ac:cxnSpMkLst>
            <pc:docMk/>
            <pc:sldMk cId="2122175892" sldId="256"/>
            <ac:cxnSpMk id="31" creationId="{60BAC798-3359-3C78-FF7A-5CD9143FECCB}"/>
          </ac:cxnSpMkLst>
        </pc:cxnChg>
        <pc:cxnChg chg="add mod">
          <ac:chgData name="Mellen, Brian C. [US-US]" userId="5d1ce5b9-f372-4b01-a2bb-24d7ad25d806" providerId="ADAL" clId="{708D641B-74B9-42CA-B124-30041B69659B}" dt="2026-07-14T22:01:46.891" v="218"/>
          <ac:cxnSpMkLst>
            <pc:docMk/>
            <pc:sldMk cId="2122175892" sldId="256"/>
            <ac:cxnSpMk id="32" creationId="{0A0C6CCA-F0B2-E330-2191-FB4BADEF03B6}"/>
          </ac:cxnSpMkLst>
        </pc:cxnChg>
        <pc:cxnChg chg="add mod">
          <ac:chgData name="Mellen, Brian C. [US-US]" userId="5d1ce5b9-f372-4b01-a2bb-24d7ad25d806" providerId="ADAL" clId="{708D641B-74B9-42CA-B124-30041B69659B}" dt="2026-07-14T22:02:11.924" v="223" actId="1036"/>
          <ac:cxnSpMkLst>
            <pc:docMk/>
            <pc:sldMk cId="2122175892" sldId="256"/>
            <ac:cxnSpMk id="33" creationId="{394FD14E-D862-2CEA-0B02-57C3CD645F93}"/>
          </ac:cxnSpMkLst>
        </pc:cxnChg>
        <pc:cxnChg chg="add mod">
          <ac:chgData name="Mellen, Brian C. [US-US]" userId="5d1ce5b9-f372-4b01-a2bb-24d7ad25d806" providerId="ADAL" clId="{708D641B-74B9-42CA-B124-30041B69659B}" dt="2026-07-14T22:02:41.306" v="227" actId="1076"/>
          <ac:cxnSpMkLst>
            <pc:docMk/>
            <pc:sldMk cId="2122175892" sldId="256"/>
            <ac:cxnSpMk id="35" creationId="{E6307AB8-DFF4-BEC3-0F20-85B6736BE6F0}"/>
          </ac:cxnSpMkLst>
        </pc:cxnChg>
        <pc:cxnChg chg="add mod">
          <ac:chgData name="Mellen, Brian C. [US-US]" userId="5d1ce5b9-f372-4b01-a2bb-24d7ad25d806" providerId="ADAL" clId="{708D641B-74B9-42CA-B124-30041B69659B}" dt="2026-07-15T12:28:53.407" v="239" actId="14100"/>
          <ac:cxnSpMkLst>
            <pc:docMk/>
            <pc:sldMk cId="2122175892" sldId="256"/>
            <ac:cxnSpMk id="38" creationId="{4260F058-752F-FF92-6FE7-14C61D7F3F06}"/>
          </ac:cxnSpMkLst>
        </pc:cxnChg>
        <pc:cxnChg chg="add">
          <ac:chgData name="Mellen, Brian C. [US-US]" userId="5d1ce5b9-f372-4b01-a2bb-24d7ad25d806" providerId="ADAL" clId="{708D641B-74B9-42CA-B124-30041B69659B}" dt="2026-07-15T12:28:25.101" v="238" actId="11529"/>
          <ac:cxnSpMkLst>
            <pc:docMk/>
            <pc:sldMk cId="2122175892" sldId="256"/>
            <ac:cxnSpMk id="40" creationId="{B7EEF183-D4F9-678D-EF2E-8ACDFAA8BCB6}"/>
          </ac:cxnSpMkLst>
        </pc:cxnChg>
        <pc:cxnChg chg="add mod">
          <ac:chgData name="Mellen, Brian C. [US-US]" userId="5d1ce5b9-f372-4b01-a2bb-24d7ad25d806" providerId="ADAL" clId="{708D641B-74B9-42CA-B124-30041B69659B}" dt="2026-07-15T13:48:08.206" v="859" actId="1035"/>
          <ac:cxnSpMkLst>
            <pc:docMk/>
            <pc:sldMk cId="2122175892" sldId="256"/>
            <ac:cxnSpMk id="43" creationId="{66F81210-631E-E35B-D87C-F545B9A2F483}"/>
          </ac:cxnSpMkLst>
        </pc:cxnChg>
        <pc:cxnChg chg="add">
          <ac:chgData name="Mellen, Brian C. [US-US]" userId="5d1ce5b9-f372-4b01-a2bb-24d7ad25d806" providerId="ADAL" clId="{708D641B-74B9-42CA-B124-30041B69659B}" dt="2026-07-15T12:29:18.822" v="241" actId="11529"/>
          <ac:cxnSpMkLst>
            <pc:docMk/>
            <pc:sldMk cId="2122175892" sldId="256"/>
            <ac:cxnSpMk id="45" creationId="{6F7D1AFD-5B84-EF13-F396-270DE6920C44}"/>
          </ac:cxnSpMkLst>
        </pc:cxnChg>
        <pc:cxnChg chg="add">
          <ac:chgData name="Mellen, Brian C. [US-US]" userId="5d1ce5b9-f372-4b01-a2bb-24d7ad25d806" providerId="ADAL" clId="{708D641B-74B9-42CA-B124-30041B69659B}" dt="2026-07-15T12:29:32.523" v="242" actId="11529"/>
          <ac:cxnSpMkLst>
            <pc:docMk/>
            <pc:sldMk cId="2122175892" sldId="256"/>
            <ac:cxnSpMk id="47" creationId="{3D267411-FC5A-EAFC-1E5B-5699C83E30A7}"/>
          </ac:cxnSpMkLst>
        </pc:cxnChg>
        <pc:cxnChg chg="add">
          <ac:chgData name="Mellen, Brian C. [US-US]" userId="5d1ce5b9-f372-4b01-a2bb-24d7ad25d806" providerId="ADAL" clId="{708D641B-74B9-42CA-B124-30041B69659B}" dt="2026-07-15T12:29:43.023" v="243" actId="11529"/>
          <ac:cxnSpMkLst>
            <pc:docMk/>
            <pc:sldMk cId="2122175892" sldId="256"/>
            <ac:cxnSpMk id="49" creationId="{07FB7AD9-FB3E-7042-3AA4-CCF58A4A665B}"/>
          </ac:cxnSpMkLst>
        </pc:cxnChg>
        <pc:cxnChg chg="add">
          <ac:chgData name="Mellen, Brian C. [US-US]" userId="5d1ce5b9-f372-4b01-a2bb-24d7ad25d806" providerId="ADAL" clId="{708D641B-74B9-42CA-B124-30041B69659B}" dt="2026-07-15T12:29:51.660" v="244" actId="11529"/>
          <ac:cxnSpMkLst>
            <pc:docMk/>
            <pc:sldMk cId="2122175892" sldId="256"/>
            <ac:cxnSpMk id="51" creationId="{F75D740F-6329-9651-E979-F898B19C53B6}"/>
          </ac:cxnSpMkLst>
        </pc:cxnChg>
      </pc:sldChg>
      <pc:sldChg chg="addSp delSp modSp add mod ord">
        <pc:chgData name="Mellen, Brian C. [US-US]" userId="5d1ce5b9-f372-4b01-a2bb-24d7ad25d806" providerId="ADAL" clId="{708D641B-74B9-42CA-B124-30041B69659B}" dt="2026-07-17T13:35:36.113" v="7361" actId="20577"/>
        <pc:sldMkLst>
          <pc:docMk/>
          <pc:sldMk cId="1613285466" sldId="258"/>
        </pc:sldMkLst>
        <pc:spChg chg="add mod">
          <ac:chgData name="Mellen, Brian C. [US-US]" userId="5d1ce5b9-f372-4b01-a2bb-24d7ad25d806" providerId="ADAL" clId="{708D641B-74B9-42CA-B124-30041B69659B}" dt="2026-07-17T12:32:36.265" v="5249" actId="14100"/>
          <ac:spMkLst>
            <pc:docMk/>
            <pc:sldMk cId="1613285466" sldId="258"/>
            <ac:spMk id="2" creationId="{028D4BEB-30FD-50D8-04E8-287230AB466B}"/>
          </ac:spMkLst>
        </pc:spChg>
        <pc:spChg chg="add mod">
          <ac:chgData name="Mellen, Brian C. [US-US]" userId="5d1ce5b9-f372-4b01-a2bb-24d7ad25d806" providerId="ADAL" clId="{708D641B-74B9-42CA-B124-30041B69659B}" dt="2026-07-17T12:32:17.676" v="5247" actId="1076"/>
          <ac:spMkLst>
            <pc:docMk/>
            <pc:sldMk cId="1613285466" sldId="258"/>
            <ac:spMk id="3" creationId="{0351C072-5A0B-F9F8-ADC3-28209CD17F98}"/>
          </ac:spMkLst>
        </pc:spChg>
        <pc:spChg chg="mod">
          <ac:chgData name="Mellen, Brian C. [US-US]" userId="5d1ce5b9-f372-4b01-a2bb-24d7ad25d806" providerId="ADAL" clId="{708D641B-74B9-42CA-B124-30041B69659B}" dt="2026-07-17T12:31:54.220" v="5227" actId="1035"/>
          <ac:spMkLst>
            <pc:docMk/>
            <pc:sldMk cId="1613285466" sldId="258"/>
            <ac:spMk id="4" creationId="{A219720E-A90A-ABB0-8B62-2A9E68059589}"/>
          </ac:spMkLst>
        </pc:spChg>
        <pc:spChg chg="mod">
          <ac:chgData name="Mellen, Brian C. [US-US]" userId="5d1ce5b9-f372-4b01-a2bb-24d7ad25d806" providerId="ADAL" clId="{708D641B-74B9-42CA-B124-30041B69659B}" dt="2026-07-17T12:31:54.220" v="5227" actId="1035"/>
          <ac:spMkLst>
            <pc:docMk/>
            <pc:sldMk cId="1613285466" sldId="258"/>
            <ac:spMk id="5" creationId="{6BF7135A-57E9-6127-93AD-C7CF4344A02C}"/>
          </ac:spMkLst>
        </pc:spChg>
        <pc:spChg chg="mod">
          <ac:chgData name="Mellen, Brian C. [US-US]" userId="5d1ce5b9-f372-4b01-a2bb-24d7ad25d806" providerId="ADAL" clId="{708D641B-74B9-42CA-B124-30041B69659B}" dt="2026-07-17T12:31:54.220" v="5227" actId="1035"/>
          <ac:spMkLst>
            <pc:docMk/>
            <pc:sldMk cId="1613285466" sldId="258"/>
            <ac:spMk id="6" creationId="{CBD0B86F-B85B-9C8F-2475-9049ADB745A6}"/>
          </ac:spMkLst>
        </pc:spChg>
        <pc:spChg chg="add mod">
          <ac:chgData name="Mellen, Brian C. [US-US]" userId="5d1ce5b9-f372-4b01-a2bb-24d7ad25d806" providerId="ADAL" clId="{708D641B-74B9-42CA-B124-30041B69659B}" dt="2026-07-17T12:31:54.220" v="5227" actId="1035"/>
          <ac:spMkLst>
            <pc:docMk/>
            <pc:sldMk cId="1613285466" sldId="258"/>
            <ac:spMk id="8" creationId="{18CCBED2-9091-BDE2-33AB-1178F801D7D4}"/>
          </ac:spMkLst>
        </pc:spChg>
        <pc:spChg chg="add mod">
          <ac:chgData name="Mellen, Brian C. [US-US]" userId="5d1ce5b9-f372-4b01-a2bb-24d7ad25d806" providerId="ADAL" clId="{708D641B-74B9-42CA-B124-30041B69659B}" dt="2026-07-17T12:31:15.062" v="5091" actId="1035"/>
          <ac:spMkLst>
            <pc:docMk/>
            <pc:sldMk cId="1613285466" sldId="258"/>
            <ac:spMk id="9" creationId="{5E795378-4709-DA58-F9E5-F74B6A52AFF6}"/>
          </ac:spMkLst>
        </pc:spChg>
        <pc:spChg chg="add mod">
          <ac:chgData name="Mellen, Brian C. [US-US]" userId="5d1ce5b9-f372-4b01-a2bb-24d7ad25d806" providerId="ADAL" clId="{708D641B-74B9-42CA-B124-30041B69659B}" dt="2026-07-17T12:34:42.541" v="5632" actId="554"/>
          <ac:spMkLst>
            <pc:docMk/>
            <pc:sldMk cId="1613285466" sldId="258"/>
            <ac:spMk id="10" creationId="{E613F2D7-F75F-E10D-1138-5CE5DD985A7E}"/>
          </ac:spMkLst>
        </pc:spChg>
        <pc:spChg chg="add mod">
          <ac:chgData name="Mellen, Brian C. [US-US]" userId="5d1ce5b9-f372-4b01-a2bb-24d7ad25d806" providerId="ADAL" clId="{708D641B-74B9-42CA-B124-30041B69659B}" dt="2026-07-17T12:34:42.541" v="5632" actId="554"/>
          <ac:spMkLst>
            <pc:docMk/>
            <pc:sldMk cId="1613285466" sldId="258"/>
            <ac:spMk id="11" creationId="{96D0E1AD-BACC-46C5-4587-A4682A126450}"/>
          </ac:spMkLst>
        </pc:spChg>
        <pc:spChg chg="add mod">
          <ac:chgData name="Mellen, Brian C. [US-US]" userId="5d1ce5b9-f372-4b01-a2bb-24d7ad25d806" providerId="ADAL" clId="{708D641B-74B9-42CA-B124-30041B69659B}" dt="2026-07-17T12:32:55.074" v="5251" actId="1076"/>
          <ac:spMkLst>
            <pc:docMk/>
            <pc:sldMk cId="1613285466" sldId="258"/>
            <ac:spMk id="12" creationId="{61EA8900-4AE6-D6BC-988D-DE1744D21D12}"/>
          </ac:spMkLst>
        </pc:spChg>
        <pc:spChg chg="add mod">
          <ac:chgData name="Mellen, Brian C. [US-US]" userId="5d1ce5b9-f372-4b01-a2bb-24d7ad25d806" providerId="ADAL" clId="{708D641B-74B9-42CA-B124-30041B69659B}" dt="2026-07-17T12:32:55.074" v="5251" actId="1076"/>
          <ac:spMkLst>
            <pc:docMk/>
            <pc:sldMk cId="1613285466" sldId="258"/>
            <ac:spMk id="14" creationId="{A67225DD-B239-AC23-5726-A5A71CE86AB5}"/>
          </ac:spMkLst>
        </pc:spChg>
        <pc:spChg chg="add mod">
          <ac:chgData name="Mellen, Brian C. [US-US]" userId="5d1ce5b9-f372-4b01-a2bb-24d7ad25d806" providerId="ADAL" clId="{708D641B-74B9-42CA-B124-30041B69659B}" dt="2026-07-17T12:31:54.220" v="5227" actId="1035"/>
          <ac:spMkLst>
            <pc:docMk/>
            <pc:sldMk cId="1613285466" sldId="258"/>
            <ac:spMk id="16" creationId="{F178F897-F977-09A6-0323-4EC773E9805C}"/>
          </ac:spMkLst>
        </pc:spChg>
        <pc:spChg chg="add mod">
          <ac:chgData name="Mellen, Brian C. [US-US]" userId="5d1ce5b9-f372-4b01-a2bb-24d7ad25d806" providerId="ADAL" clId="{708D641B-74B9-42CA-B124-30041B69659B}" dt="2026-07-17T13:26:37.601" v="6831" actId="20577"/>
          <ac:spMkLst>
            <pc:docMk/>
            <pc:sldMk cId="1613285466" sldId="258"/>
            <ac:spMk id="17" creationId="{E2949F87-CE60-33BC-648F-838D2ECA1FB5}"/>
          </ac:spMkLst>
        </pc:spChg>
        <pc:spChg chg="mod">
          <ac:chgData name="Mellen, Brian C. [US-US]" userId="5d1ce5b9-f372-4b01-a2bb-24d7ad25d806" providerId="ADAL" clId="{708D641B-74B9-42CA-B124-30041B69659B}" dt="2026-07-15T13:20:09.194" v="688" actId="1038"/>
          <ac:spMkLst>
            <pc:docMk/>
            <pc:sldMk cId="1613285466" sldId="258"/>
            <ac:spMk id="18" creationId="{A75F282A-6EF2-E11D-FD8A-37DFE94BC516}"/>
          </ac:spMkLst>
        </pc:spChg>
        <pc:spChg chg="mod">
          <ac:chgData name="Mellen, Brian C. [US-US]" userId="5d1ce5b9-f372-4b01-a2bb-24d7ad25d806" providerId="ADAL" clId="{708D641B-74B9-42CA-B124-30041B69659B}" dt="2026-07-17T12:30:59.634" v="5050" actId="1035"/>
          <ac:spMkLst>
            <pc:docMk/>
            <pc:sldMk cId="1613285466" sldId="258"/>
            <ac:spMk id="19" creationId="{E1B578C8-EE2C-C937-68E0-5BAFC72D359D}"/>
          </ac:spMkLst>
        </pc:spChg>
        <pc:spChg chg="mod">
          <ac:chgData name="Mellen, Brian C. [US-US]" userId="5d1ce5b9-f372-4b01-a2bb-24d7ad25d806" providerId="ADAL" clId="{708D641B-74B9-42CA-B124-30041B69659B}" dt="2026-07-17T12:31:54.220" v="5227" actId="1035"/>
          <ac:spMkLst>
            <pc:docMk/>
            <pc:sldMk cId="1613285466" sldId="258"/>
            <ac:spMk id="20" creationId="{AB8B0DA1-2DE9-3477-5048-EA890FA70762}"/>
          </ac:spMkLst>
        </pc:spChg>
        <pc:spChg chg="add mod">
          <ac:chgData name="Mellen, Brian C. [US-US]" userId="5d1ce5b9-f372-4b01-a2bb-24d7ad25d806" providerId="ADAL" clId="{708D641B-74B9-42CA-B124-30041B69659B}" dt="2026-07-17T12:31:54.220" v="5227" actId="1035"/>
          <ac:spMkLst>
            <pc:docMk/>
            <pc:sldMk cId="1613285466" sldId="258"/>
            <ac:spMk id="22" creationId="{0C2AB208-5951-7C9E-58A0-9BA612741A8D}"/>
          </ac:spMkLst>
        </pc:spChg>
        <pc:spChg chg="add mod">
          <ac:chgData name="Mellen, Brian C. [US-US]" userId="5d1ce5b9-f372-4b01-a2bb-24d7ad25d806" providerId="ADAL" clId="{708D641B-74B9-42CA-B124-30041B69659B}" dt="2026-07-17T12:31:54.220" v="5227" actId="1035"/>
          <ac:spMkLst>
            <pc:docMk/>
            <pc:sldMk cId="1613285466" sldId="258"/>
            <ac:spMk id="23" creationId="{F1A4332D-2388-704A-51CA-A0F21FDE5CAF}"/>
          </ac:spMkLst>
        </pc:spChg>
        <pc:spChg chg="add mod">
          <ac:chgData name="Mellen, Brian C. [US-US]" userId="5d1ce5b9-f372-4b01-a2bb-24d7ad25d806" providerId="ADAL" clId="{708D641B-74B9-42CA-B124-30041B69659B}" dt="2026-07-17T12:34:42.541" v="5632" actId="554"/>
          <ac:spMkLst>
            <pc:docMk/>
            <pc:sldMk cId="1613285466" sldId="258"/>
            <ac:spMk id="24" creationId="{7AD57151-B540-EDD8-C945-6484F3293DE1}"/>
          </ac:spMkLst>
        </pc:spChg>
        <pc:spChg chg="add mod">
          <ac:chgData name="Mellen, Brian C. [US-US]" userId="5d1ce5b9-f372-4b01-a2bb-24d7ad25d806" providerId="ADAL" clId="{708D641B-74B9-42CA-B124-30041B69659B}" dt="2026-07-17T12:34:42.541" v="5632" actId="554"/>
          <ac:spMkLst>
            <pc:docMk/>
            <pc:sldMk cId="1613285466" sldId="258"/>
            <ac:spMk id="25" creationId="{FB6CD637-F1D0-C441-3176-667C599609AA}"/>
          </ac:spMkLst>
        </pc:spChg>
        <pc:spChg chg="add mod">
          <ac:chgData name="Mellen, Brian C. [US-US]" userId="5d1ce5b9-f372-4b01-a2bb-24d7ad25d806" providerId="ADAL" clId="{708D641B-74B9-42CA-B124-30041B69659B}" dt="2026-07-17T12:34:42.541" v="5632" actId="554"/>
          <ac:spMkLst>
            <pc:docMk/>
            <pc:sldMk cId="1613285466" sldId="258"/>
            <ac:spMk id="28" creationId="{67175CC0-61A5-F571-E256-057CB6F9D877}"/>
          </ac:spMkLst>
        </pc:spChg>
        <pc:spChg chg="mod">
          <ac:chgData name="Mellen, Brian C. [US-US]" userId="5d1ce5b9-f372-4b01-a2bb-24d7ad25d806" providerId="ADAL" clId="{708D641B-74B9-42CA-B124-30041B69659B}" dt="2026-07-17T13:35:36.113" v="7361" actId="20577"/>
          <ac:spMkLst>
            <pc:docMk/>
            <pc:sldMk cId="1613285466" sldId="258"/>
            <ac:spMk id="29" creationId="{30C53D8A-8210-7720-61D9-883057575505}"/>
          </ac:spMkLst>
        </pc:spChg>
        <pc:spChg chg="add mod">
          <ac:chgData name="Mellen, Brian C. [US-US]" userId="5d1ce5b9-f372-4b01-a2bb-24d7ad25d806" providerId="ADAL" clId="{708D641B-74B9-42CA-B124-30041B69659B}" dt="2026-07-17T12:34:42.541" v="5632" actId="554"/>
          <ac:spMkLst>
            <pc:docMk/>
            <pc:sldMk cId="1613285466" sldId="258"/>
            <ac:spMk id="30" creationId="{9083A702-6665-0E69-2DD9-51C34EAF9D37}"/>
          </ac:spMkLst>
        </pc:spChg>
        <pc:spChg chg="add mod">
          <ac:chgData name="Mellen, Brian C. [US-US]" userId="5d1ce5b9-f372-4b01-a2bb-24d7ad25d806" providerId="ADAL" clId="{708D641B-74B9-42CA-B124-30041B69659B}" dt="2026-07-17T12:34:42.541" v="5632" actId="554"/>
          <ac:spMkLst>
            <pc:docMk/>
            <pc:sldMk cId="1613285466" sldId="258"/>
            <ac:spMk id="32" creationId="{A4863855-CF7C-B125-8729-2D67F76B55D4}"/>
          </ac:spMkLst>
        </pc:spChg>
        <pc:spChg chg="add mod">
          <ac:chgData name="Mellen, Brian C. [US-US]" userId="5d1ce5b9-f372-4b01-a2bb-24d7ad25d806" providerId="ADAL" clId="{708D641B-74B9-42CA-B124-30041B69659B}" dt="2026-07-17T12:34:42.541" v="5632" actId="554"/>
          <ac:spMkLst>
            <pc:docMk/>
            <pc:sldMk cId="1613285466" sldId="258"/>
            <ac:spMk id="33" creationId="{EF5260E2-C177-2FF8-463E-E1F288C5A9BC}"/>
          </ac:spMkLst>
        </pc:spChg>
      </pc:sldChg>
      <pc:sldChg chg="addSp delSp modSp add mod ord">
        <pc:chgData name="Mellen, Brian C. [US-US]" userId="5d1ce5b9-f372-4b01-a2bb-24d7ad25d806" providerId="ADAL" clId="{708D641B-74B9-42CA-B124-30041B69659B}" dt="2026-07-17T12:35:14.042" v="5633" actId="14100"/>
        <pc:sldMkLst>
          <pc:docMk/>
          <pc:sldMk cId="2270007045" sldId="259"/>
        </pc:sldMkLst>
        <pc:spChg chg="mod">
          <ac:chgData name="Mellen, Brian C. [US-US]" userId="5d1ce5b9-f372-4b01-a2bb-24d7ad25d806" providerId="ADAL" clId="{708D641B-74B9-42CA-B124-30041B69659B}" dt="2026-07-15T18:01:14.879" v="2709" actId="1036"/>
          <ac:spMkLst>
            <pc:docMk/>
            <pc:sldMk cId="2270007045" sldId="259"/>
            <ac:spMk id="2" creationId="{E2056CBE-E6D9-5BF9-382B-6A8726996D8F}"/>
          </ac:spMkLst>
        </pc:spChg>
        <pc:spChg chg="mod">
          <ac:chgData name="Mellen, Brian C. [US-US]" userId="5d1ce5b9-f372-4b01-a2bb-24d7ad25d806" providerId="ADAL" clId="{708D641B-74B9-42CA-B124-30041B69659B}" dt="2026-07-15T18:00:43.119" v="2632" actId="1036"/>
          <ac:spMkLst>
            <pc:docMk/>
            <pc:sldMk cId="2270007045" sldId="259"/>
            <ac:spMk id="3" creationId="{B2D4B7C5-A5C7-2034-6A9E-A4440AB0B2FD}"/>
          </ac:spMkLst>
        </pc:spChg>
        <pc:spChg chg="mod">
          <ac:chgData name="Mellen, Brian C. [US-US]" userId="5d1ce5b9-f372-4b01-a2bb-24d7ad25d806" providerId="ADAL" clId="{708D641B-74B9-42CA-B124-30041B69659B}" dt="2026-07-15T18:01:14.879" v="2709" actId="1036"/>
          <ac:spMkLst>
            <pc:docMk/>
            <pc:sldMk cId="2270007045" sldId="259"/>
            <ac:spMk id="4" creationId="{E9CF8CCE-BD0D-AFE0-2F32-F370E047EB9D}"/>
          </ac:spMkLst>
        </pc:spChg>
        <pc:spChg chg="mod">
          <ac:chgData name="Mellen, Brian C. [US-US]" userId="5d1ce5b9-f372-4b01-a2bb-24d7ad25d806" providerId="ADAL" clId="{708D641B-74B9-42CA-B124-30041B69659B}" dt="2026-07-15T18:01:14.879" v="2709" actId="1036"/>
          <ac:spMkLst>
            <pc:docMk/>
            <pc:sldMk cId="2270007045" sldId="259"/>
            <ac:spMk id="5" creationId="{F88EE7BD-423A-647F-8D6E-D21278D51CCC}"/>
          </ac:spMkLst>
        </pc:spChg>
        <pc:spChg chg="mod">
          <ac:chgData name="Mellen, Brian C. [US-US]" userId="5d1ce5b9-f372-4b01-a2bb-24d7ad25d806" providerId="ADAL" clId="{708D641B-74B9-42CA-B124-30041B69659B}" dt="2026-07-15T18:00:31.803" v="2582" actId="1036"/>
          <ac:spMkLst>
            <pc:docMk/>
            <pc:sldMk cId="2270007045" sldId="259"/>
            <ac:spMk id="6" creationId="{30DB0798-E0EA-7FF5-FA28-D73F0BDBAEF3}"/>
          </ac:spMkLst>
        </pc:spChg>
        <pc:spChg chg="mod">
          <ac:chgData name="Mellen, Brian C. [US-US]" userId="5d1ce5b9-f372-4b01-a2bb-24d7ad25d806" providerId="ADAL" clId="{708D641B-74B9-42CA-B124-30041B69659B}" dt="2026-07-15T18:01:14.879" v="2709" actId="1036"/>
          <ac:spMkLst>
            <pc:docMk/>
            <pc:sldMk cId="2270007045" sldId="259"/>
            <ac:spMk id="7" creationId="{FEDD9B98-12D6-6F14-16AD-547344506D0C}"/>
          </ac:spMkLst>
        </pc:spChg>
        <pc:spChg chg="add mod">
          <ac:chgData name="Mellen, Brian C. [US-US]" userId="5d1ce5b9-f372-4b01-a2bb-24d7ad25d806" providerId="ADAL" clId="{708D641B-74B9-42CA-B124-30041B69659B}" dt="2026-07-15T18:00:55.536" v="2689" actId="1035"/>
          <ac:spMkLst>
            <pc:docMk/>
            <pc:sldMk cId="2270007045" sldId="259"/>
            <ac:spMk id="8" creationId="{FD9FB468-F522-BE7F-B8F8-3CBD0712A1FB}"/>
          </ac:spMkLst>
        </pc:spChg>
        <pc:spChg chg="add mod">
          <ac:chgData name="Mellen, Brian C. [US-US]" userId="5d1ce5b9-f372-4b01-a2bb-24d7ad25d806" providerId="ADAL" clId="{708D641B-74B9-42CA-B124-30041B69659B}" dt="2026-07-15T18:01:14.879" v="2709" actId="1036"/>
          <ac:spMkLst>
            <pc:docMk/>
            <pc:sldMk cId="2270007045" sldId="259"/>
            <ac:spMk id="9" creationId="{5EF72C1C-3B57-AEB3-E19E-D9A5183FC041}"/>
          </ac:spMkLst>
        </pc:spChg>
        <pc:spChg chg="add mod">
          <ac:chgData name="Mellen, Brian C. [US-US]" userId="5d1ce5b9-f372-4b01-a2bb-24d7ad25d806" providerId="ADAL" clId="{708D641B-74B9-42CA-B124-30041B69659B}" dt="2026-07-15T20:40:09.494" v="3526" actId="207"/>
          <ac:spMkLst>
            <pc:docMk/>
            <pc:sldMk cId="2270007045" sldId="259"/>
            <ac:spMk id="10" creationId="{DD1FE282-8777-F388-EF64-0459E531C922}"/>
          </ac:spMkLst>
        </pc:spChg>
        <pc:spChg chg="add mod">
          <ac:chgData name="Mellen, Brian C. [US-US]" userId="5d1ce5b9-f372-4b01-a2bb-24d7ad25d806" providerId="ADAL" clId="{708D641B-74B9-42CA-B124-30041B69659B}" dt="2026-07-15T20:15:58.255" v="2862" actId="1076"/>
          <ac:spMkLst>
            <pc:docMk/>
            <pc:sldMk cId="2270007045" sldId="259"/>
            <ac:spMk id="11" creationId="{55F6E30D-F2FA-5077-4622-E7C6F31497C1}"/>
          </ac:spMkLst>
        </pc:spChg>
        <pc:spChg chg="add mod">
          <ac:chgData name="Mellen, Brian C. [US-US]" userId="5d1ce5b9-f372-4b01-a2bb-24d7ad25d806" providerId="ADAL" clId="{708D641B-74B9-42CA-B124-30041B69659B}" dt="2026-07-17T12:29:11.196" v="5022" actId="1038"/>
          <ac:spMkLst>
            <pc:docMk/>
            <pc:sldMk cId="2270007045" sldId="259"/>
            <ac:spMk id="12" creationId="{E4BA4A81-7AA4-6BBC-47F4-8F0137F4F501}"/>
          </ac:spMkLst>
        </pc:spChg>
        <pc:spChg chg="add mod ord">
          <ac:chgData name="Mellen, Brian C. [US-US]" userId="5d1ce5b9-f372-4b01-a2bb-24d7ad25d806" providerId="ADAL" clId="{708D641B-74B9-42CA-B124-30041B69659B}" dt="2026-07-15T20:36:19.293" v="3358" actId="1038"/>
          <ac:spMkLst>
            <pc:docMk/>
            <pc:sldMk cId="2270007045" sldId="259"/>
            <ac:spMk id="15" creationId="{344D335D-1E79-A52E-67F2-7BEE4B5C7B88}"/>
          </ac:spMkLst>
        </pc:spChg>
        <pc:spChg chg="mod">
          <ac:chgData name="Mellen, Brian C. [US-US]" userId="5d1ce5b9-f372-4b01-a2bb-24d7ad25d806" providerId="ADAL" clId="{708D641B-74B9-42CA-B124-30041B69659B}" dt="2026-07-15T18:01:14.879" v="2709" actId="1036"/>
          <ac:spMkLst>
            <pc:docMk/>
            <pc:sldMk cId="2270007045" sldId="259"/>
            <ac:spMk id="18" creationId="{6F2E7C5C-E825-EC19-D5A4-45245259A1A8}"/>
          </ac:spMkLst>
        </pc:spChg>
        <pc:spChg chg="mod">
          <ac:chgData name="Mellen, Brian C. [US-US]" userId="5d1ce5b9-f372-4b01-a2bb-24d7ad25d806" providerId="ADAL" clId="{708D641B-74B9-42CA-B124-30041B69659B}" dt="2026-07-15T18:00:27.127" v="2566" actId="1035"/>
          <ac:spMkLst>
            <pc:docMk/>
            <pc:sldMk cId="2270007045" sldId="259"/>
            <ac:spMk id="19" creationId="{AD8F7F39-55D9-38AD-27FD-EDE1F8BC71A3}"/>
          </ac:spMkLst>
        </pc:spChg>
        <pc:spChg chg="mod">
          <ac:chgData name="Mellen, Brian C. [US-US]" userId="5d1ce5b9-f372-4b01-a2bb-24d7ad25d806" providerId="ADAL" clId="{708D641B-74B9-42CA-B124-30041B69659B}" dt="2026-07-15T18:01:14.879" v="2709" actId="1036"/>
          <ac:spMkLst>
            <pc:docMk/>
            <pc:sldMk cId="2270007045" sldId="259"/>
            <ac:spMk id="20" creationId="{BD178DDA-3494-0E7E-D442-B0F21DE59442}"/>
          </ac:spMkLst>
        </pc:spChg>
        <pc:spChg chg="mod">
          <ac:chgData name="Mellen, Brian C. [US-US]" userId="5d1ce5b9-f372-4b01-a2bb-24d7ad25d806" providerId="ADAL" clId="{708D641B-74B9-42CA-B124-30041B69659B}" dt="2026-07-15T18:01:14.879" v="2709" actId="1036"/>
          <ac:spMkLst>
            <pc:docMk/>
            <pc:sldMk cId="2270007045" sldId="259"/>
            <ac:spMk id="21" creationId="{6F6166F5-BC24-2A0C-9C0B-5F668DEFC5C4}"/>
          </ac:spMkLst>
        </pc:spChg>
        <pc:spChg chg="add mod">
          <ac:chgData name="Mellen, Brian C. [US-US]" userId="5d1ce5b9-f372-4b01-a2bb-24d7ad25d806" providerId="ADAL" clId="{708D641B-74B9-42CA-B124-30041B69659B}" dt="2026-07-17T12:29:11.196" v="5022" actId="1038"/>
          <ac:spMkLst>
            <pc:docMk/>
            <pc:sldMk cId="2270007045" sldId="259"/>
            <ac:spMk id="22" creationId="{3932B410-97E9-4070-2694-BD5703386AE1}"/>
          </ac:spMkLst>
        </pc:spChg>
        <pc:spChg chg="add mod">
          <ac:chgData name="Mellen, Brian C. [US-US]" userId="5d1ce5b9-f372-4b01-a2bb-24d7ad25d806" providerId="ADAL" clId="{708D641B-74B9-42CA-B124-30041B69659B}" dt="2026-07-17T12:29:11.196" v="5022" actId="1038"/>
          <ac:spMkLst>
            <pc:docMk/>
            <pc:sldMk cId="2270007045" sldId="259"/>
            <ac:spMk id="25" creationId="{39DF5229-0895-2B1E-6595-AB22EAA4B13F}"/>
          </ac:spMkLst>
        </pc:spChg>
        <pc:spChg chg="add mod">
          <ac:chgData name="Mellen, Brian C. [US-US]" userId="5d1ce5b9-f372-4b01-a2bb-24d7ad25d806" providerId="ADAL" clId="{708D641B-74B9-42CA-B124-30041B69659B}" dt="2026-07-17T12:29:11.196" v="5022" actId="1038"/>
          <ac:spMkLst>
            <pc:docMk/>
            <pc:sldMk cId="2270007045" sldId="259"/>
            <ac:spMk id="26" creationId="{96885A27-006D-5A64-50EF-DF33C5335DFD}"/>
          </ac:spMkLst>
        </pc:spChg>
        <pc:spChg chg="add mod">
          <ac:chgData name="Mellen, Brian C. [US-US]" userId="5d1ce5b9-f372-4b01-a2bb-24d7ad25d806" providerId="ADAL" clId="{708D641B-74B9-42CA-B124-30041B69659B}" dt="2026-07-17T12:29:25.536" v="5024" actId="1076"/>
          <ac:spMkLst>
            <pc:docMk/>
            <pc:sldMk cId="2270007045" sldId="259"/>
            <ac:spMk id="28" creationId="{61303567-2237-9DF4-9714-C72F2500B74F}"/>
          </ac:spMkLst>
        </pc:spChg>
        <pc:spChg chg="mod">
          <ac:chgData name="Mellen, Brian C. [US-US]" userId="5d1ce5b9-f372-4b01-a2bb-24d7ad25d806" providerId="ADAL" clId="{708D641B-74B9-42CA-B124-30041B69659B}" dt="2026-07-15T17:55:47.832" v="2397" actId="20577"/>
          <ac:spMkLst>
            <pc:docMk/>
            <pc:sldMk cId="2270007045" sldId="259"/>
            <ac:spMk id="29" creationId="{CD837893-BAB2-32D9-4742-0049ADA943B9}"/>
          </ac:spMkLst>
        </pc:spChg>
        <pc:spChg chg="add mod">
          <ac:chgData name="Mellen, Brian C. [US-US]" userId="5d1ce5b9-f372-4b01-a2bb-24d7ad25d806" providerId="ADAL" clId="{708D641B-74B9-42CA-B124-30041B69659B}" dt="2026-07-17T12:29:25.536" v="5024" actId="1076"/>
          <ac:spMkLst>
            <pc:docMk/>
            <pc:sldMk cId="2270007045" sldId="259"/>
            <ac:spMk id="31" creationId="{90A4D22E-5899-3B1F-6255-E4B0BA675223}"/>
          </ac:spMkLst>
        </pc:spChg>
        <pc:spChg chg="add mod">
          <ac:chgData name="Mellen, Brian C. [US-US]" userId="5d1ce5b9-f372-4b01-a2bb-24d7ad25d806" providerId="ADAL" clId="{708D641B-74B9-42CA-B124-30041B69659B}" dt="2026-07-15T20:36:19.293" v="3358" actId="1038"/>
          <ac:spMkLst>
            <pc:docMk/>
            <pc:sldMk cId="2270007045" sldId="259"/>
            <ac:spMk id="37" creationId="{4E65B14B-F45A-1E32-5E9F-002A01D8A89A}"/>
          </ac:spMkLst>
        </pc:spChg>
        <pc:spChg chg="mod">
          <ac:chgData name="Mellen, Brian C. [US-US]" userId="5d1ce5b9-f372-4b01-a2bb-24d7ad25d806" providerId="ADAL" clId="{708D641B-74B9-42CA-B124-30041B69659B}" dt="2026-07-15T18:01:14.879" v="2709" actId="1036"/>
          <ac:spMkLst>
            <pc:docMk/>
            <pc:sldMk cId="2270007045" sldId="259"/>
            <ac:spMk id="38" creationId="{D1C9A0EB-FFD5-F9DA-7359-9D4CCB16DB62}"/>
          </ac:spMkLst>
        </pc:spChg>
        <pc:spChg chg="mod">
          <ac:chgData name="Mellen, Brian C. [US-US]" userId="5d1ce5b9-f372-4b01-a2bb-24d7ad25d806" providerId="ADAL" clId="{708D641B-74B9-42CA-B124-30041B69659B}" dt="2026-07-15T20:21:58.454" v="3072" actId="6549"/>
          <ac:spMkLst>
            <pc:docMk/>
            <pc:sldMk cId="2270007045" sldId="259"/>
            <ac:spMk id="39" creationId="{739402E1-8D54-8FA7-3BC1-CE49926BF219}"/>
          </ac:spMkLst>
        </pc:spChg>
        <pc:spChg chg="add mod">
          <ac:chgData name="Mellen, Brian C. [US-US]" userId="5d1ce5b9-f372-4b01-a2bb-24d7ad25d806" providerId="ADAL" clId="{708D641B-74B9-42CA-B124-30041B69659B}" dt="2026-07-15T20:36:19.293" v="3358" actId="1038"/>
          <ac:spMkLst>
            <pc:docMk/>
            <pc:sldMk cId="2270007045" sldId="259"/>
            <ac:spMk id="46" creationId="{C0074500-C95A-CE59-47BC-E66CBB14A9EF}"/>
          </ac:spMkLst>
        </pc:spChg>
        <pc:spChg chg="add mod">
          <ac:chgData name="Mellen, Brian C. [US-US]" userId="5d1ce5b9-f372-4b01-a2bb-24d7ad25d806" providerId="ADAL" clId="{708D641B-74B9-42CA-B124-30041B69659B}" dt="2026-07-15T20:36:11.060" v="3332" actId="14100"/>
          <ac:spMkLst>
            <pc:docMk/>
            <pc:sldMk cId="2270007045" sldId="259"/>
            <ac:spMk id="48" creationId="{6A053304-3825-3D70-E4DF-F943BF695070}"/>
          </ac:spMkLst>
        </pc:spChg>
        <pc:spChg chg="add mod">
          <ac:chgData name="Mellen, Brian C. [US-US]" userId="5d1ce5b9-f372-4b01-a2bb-24d7ad25d806" providerId="ADAL" clId="{708D641B-74B9-42CA-B124-30041B69659B}" dt="2026-07-15T20:36:19.293" v="3358" actId="1038"/>
          <ac:spMkLst>
            <pc:docMk/>
            <pc:sldMk cId="2270007045" sldId="259"/>
            <ac:spMk id="50" creationId="{0AE481E4-0A09-5093-1216-8C0EB6B7DC66}"/>
          </ac:spMkLst>
        </pc:spChg>
        <pc:spChg chg="add mod">
          <ac:chgData name="Mellen, Brian C. [US-US]" userId="5d1ce5b9-f372-4b01-a2bb-24d7ad25d806" providerId="ADAL" clId="{708D641B-74B9-42CA-B124-30041B69659B}" dt="2026-07-15T20:36:19.293" v="3358" actId="1038"/>
          <ac:spMkLst>
            <pc:docMk/>
            <pc:sldMk cId="2270007045" sldId="259"/>
            <ac:spMk id="51" creationId="{6C8CCE5D-8303-3BB9-B6EC-898264E660E7}"/>
          </ac:spMkLst>
        </pc:spChg>
        <pc:spChg chg="add mod">
          <ac:chgData name="Mellen, Brian C. [US-US]" userId="5d1ce5b9-f372-4b01-a2bb-24d7ad25d806" providerId="ADAL" clId="{708D641B-74B9-42CA-B124-30041B69659B}" dt="2026-07-15T20:36:19.293" v="3358" actId="1038"/>
          <ac:spMkLst>
            <pc:docMk/>
            <pc:sldMk cId="2270007045" sldId="259"/>
            <ac:spMk id="53" creationId="{473B3A6D-F5FA-022F-BE82-679B89D7FD5C}"/>
          </ac:spMkLst>
        </pc:spChg>
        <pc:spChg chg="add mod">
          <ac:chgData name="Mellen, Brian C. [US-US]" userId="5d1ce5b9-f372-4b01-a2bb-24d7ad25d806" providerId="ADAL" clId="{708D641B-74B9-42CA-B124-30041B69659B}" dt="2026-07-15T20:11:29.256" v="2748" actId="1076"/>
          <ac:spMkLst>
            <pc:docMk/>
            <pc:sldMk cId="2270007045" sldId="259"/>
            <ac:spMk id="54" creationId="{3633A5CD-D6E4-E009-2E3A-C9A43490C3EA}"/>
          </ac:spMkLst>
        </pc:spChg>
        <pc:spChg chg="add mod">
          <ac:chgData name="Mellen, Brian C. [US-US]" userId="5d1ce5b9-f372-4b01-a2bb-24d7ad25d806" providerId="ADAL" clId="{708D641B-74B9-42CA-B124-30041B69659B}" dt="2026-07-15T20:36:19.293" v="3358" actId="1038"/>
          <ac:spMkLst>
            <pc:docMk/>
            <pc:sldMk cId="2270007045" sldId="259"/>
            <ac:spMk id="56" creationId="{A944A092-4363-233F-9B57-BAE9B614C08C}"/>
          </ac:spMkLst>
        </pc:spChg>
        <pc:spChg chg="add mod">
          <ac:chgData name="Mellen, Brian C. [US-US]" userId="5d1ce5b9-f372-4b01-a2bb-24d7ad25d806" providerId="ADAL" clId="{708D641B-74B9-42CA-B124-30041B69659B}" dt="2026-07-15T20:36:19.293" v="3358" actId="1038"/>
          <ac:spMkLst>
            <pc:docMk/>
            <pc:sldMk cId="2270007045" sldId="259"/>
            <ac:spMk id="57" creationId="{B78C2CC8-9627-ACBA-FE8B-4FB529EBDA49}"/>
          </ac:spMkLst>
        </pc:spChg>
        <pc:spChg chg="add mod">
          <ac:chgData name="Mellen, Brian C. [US-US]" userId="5d1ce5b9-f372-4b01-a2bb-24d7ad25d806" providerId="ADAL" clId="{708D641B-74B9-42CA-B124-30041B69659B}" dt="2026-07-15T20:36:19.293" v="3358" actId="1038"/>
          <ac:spMkLst>
            <pc:docMk/>
            <pc:sldMk cId="2270007045" sldId="259"/>
            <ac:spMk id="59" creationId="{1DCAA8BE-BA93-C086-2EC9-4EF10B603E75}"/>
          </ac:spMkLst>
        </pc:spChg>
        <pc:spChg chg="add mod">
          <ac:chgData name="Mellen, Brian C. [US-US]" userId="5d1ce5b9-f372-4b01-a2bb-24d7ad25d806" providerId="ADAL" clId="{708D641B-74B9-42CA-B124-30041B69659B}" dt="2026-07-15T20:36:19.293" v="3358" actId="1038"/>
          <ac:spMkLst>
            <pc:docMk/>
            <pc:sldMk cId="2270007045" sldId="259"/>
            <ac:spMk id="60" creationId="{78A033B5-878C-6A7A-16E2-9DA92CEF87C6}"/>
          </ac:spMkLst>
        </pc:spChg>
        <pc:spChg chg="add mod">
          <ac:chgData name="Mellen, Brian C. [US-US]" userId="5d1ce5b9-f372-4b01-a2bb-24d7ad25d806" providerId="ADAL" clId="{708D641B-74B9-42CA-B124-30041B69659B}" dt="2026-07-15T20:37:12.559" v="3432" actId="1038"/>
          <ac:spMkLst>
            <pc:docMk/>
            <pc:sldMk cId="2270007045" sldId="259"/>
            <ac:spMk id="61" creationId="{B3172571-8C72-031D-9CC1-2A7595B0A319}"/>
          </ac:spMkLst>
        </pc:spChg>
        <pc:spChg chg="mod">
          <ac:chgData name="Mellen, Brian C. [US-US]" userId="5d1ce5b9-f372-4b01-a2bb-24d7ad25d806" providerId="ADAL" clId="{708D641B-74B9-42CA-B124-30041B69659B}" dt="2026-07-17T12:28:53.853" v="4981" actId="14100"/>
          <ac:spMkLst>
            <pc:docMk/>
            <pc:sldMk cId="2270007045" sldId="259"/>
            <ac:spMk id="63" creationId="{917E7021-57B1-2343-D807-BCB43606C6EC}"/>
          </ac:spMkLst>
        </pc:spChg>
        <pc:spChg chg="mod">
          <ac:chgData name="Mellen, Brian C. [US-US]" userId="5d1ce5b9-f372-4b01-a2bb-24d7ad25d806" providerId="ADAL" clId="{708D641B-74B9-42CA-B124-30041B69659B}" dt="2026-07-15T20:37:12.559" v="3432" actId="1038"/>
          <ac:spMkLst>
            <pc:docMk/>
            <pc:sldMk cId="2270007045" sldId="259"/>
            <ac:spMk id="74" creationId="{5C328E38-5AD3-3F58-FD29-6155D6C5D72B}"/>
          </ac:spMkLst>
        </pc:spChg>
        <pc:spChg chg="add mod">
          <ac:chgData name="Mellen, Brian C. [US-US]" userId="5d1ce5b9-f372-4b01-a2bb-24d7ad25d806" providerId="ADAL" clId="{708D641B-74B9-42CA-B124-30041B69659B}" dt="2026-07-17T12:28:57.734" v="4983" actId="1037"/>
          <ac:spMkLst>
            <pc:docMk/>
            <pc:sldMk cId="2270007045" sldId="259"/>
            <ac:spMk id="75" creationId="{46CAAA24-A037-FAE5-675B-9AF27D0EB69D}"/>
          </ac:spMkLst>
        </pc:spChg>
        <pc:spChg chg="mod">
          <ac:chgData name="Mellen, Brian C. [US-US]" userId="5d1ce5b9-f372-4b01-a2bb-24d7ad25d806" providerId="ADAL" clId="{708D641B-74B9-42CA-B124-30041B69659B}" dt="2026-07-15T20:37:12.559" v="3432" actId="1038"/>
          <ac:spMkLst>
            <pc:docMk/>
            <pc:sldMk cId="2270007045" sldId="259"/>
            <ac:spMk id="79" creationId="{C606C91A-2A68-0665-2C73-331B93EC9E07}"/>
          </ac:spMkLst>
        </pc:spChg>
        <pc:spChg chg="add mod">
          <ac:chgData name="Mellen, Brian C. [US-US]" userId="5d1ce5b9-f372-4b01-a2bb-24d7ad25d806" providerId="ADAL" clId="{708D641B-74B9-42CA-B124-30041B69659B}" dt="2026-07-15T20:37:12.559" v="3432" actId="1038"/>
          <ac:spMkLst>
            <pc:docMk/>
            <pc:sldMk cId="2270007045" sldId="259"/>
            <ac:spMk id="82" creationId="{537708CE-D253-8BE4-A70D-061855043F02}"/>
          </ac:spMkLst>
        </pc:spChg>
        <pc:spChg chg="add mod">
          <ac:chgData name="Mellen, Brian C. [US-US]" userId="5d1ce5b9-f372-4b01-a2bb-24d7ad25d806" providerId="ADAL" clId="{708D641B-74B9-42CA-B124-30041B69659B}" dt="2026-07-17T12:29:03.314" v="4994" actId="1038"/>
          <ac:spMkLst>
            <pc:docMk/>
            <pc:sldMk cId="2270007045" sldId="259"/>
            <ac:spMk id="87" creationId="{21F25BC2-A9FA-612D-BFFE-28DE9BAFD017}"/>
          </ac:spMkLst>
        </pc:spChg>
        <pc:spChg chg="add mod">
          <ac:chgData name="Mellen, Brian C. [US-US]" userId="5d1ce5b9-f372-4b01-a2bb-24d7ad25d806" providerId="ADAL" clId="{708D641B-74B9-42CA-B124-30041B69659B}" dt="2026-07-15T20:42:34.651" v="3646" actId="1037"/>
          <ac:spMkLst>
            <pc:docMk/>
            <pc:sldMk cId="2270007045" sldId="259"/>
            <ac:spMk id="89" creationId="{41F48C69-BF63-869C-C2E2-489B50C84550}"/>
          </ac:spMkLst>
        </pc:spChg>
        <pc:spChg chg="add mod">
          <ac:chgData name="Mellen, Brian C. [US-US]" userId="5d1ce5b9-f372-4b01-a2bb-24d7ad25d806" providerId="ADAL" clId="{708D641B-74B9-42CA-B124-30041B69659B}" dt="2026-07-15T20:42:49.682" v="3721" actId="1038"/>
          <ac:spMkLst>
            <pc:docMk/>
            <pc:sldMk cId="2270007045" sldId="259"/>
            <ac:spMk id="132" creationId="{EB3F54CA-53A8-8FF4-BA7E-82C7C16C36FC}"/>
          </ac:spMkLst>
        </pc:spChg>
        <pc:spChg chg="add mod">
          <ac:chgData name="Mellen, Brian C. [US-US]" userId="5d1ce5b9-f372-4b01-a2bb-24d7ad25d806" providerId="ADAL" clId="{708D641B-74B9-42CA-B124-30041B69659B}" dt="2026-07-15T20:37:42.919" v="3472" actId="1038"/>
          <ac:spMkLst>
            <pc:docMk/>
            <pc:sldMk cId="2270007045" sldId="259"/>
            <ac:spMk id="138" creationId="{4BF744EF-1CB4-E1A3-3B90-C4B6F3AE9CA2}"/>
          </ac:spMkLst>
        </pc:spChg>
        <pc:spChg chg="add mod">
          <ac:chgData name="Mellen, Brian C. [US-US]" userId="5d1ce5b9-f372-4b01-a2bb-24d7ad25d806" providerId="ADAL" clId="{708D641B-74B9-42CA-B124-30041B69659B}" dt="2026-07-15T20:43:00.693" v="3787" actId="1037"/>
          <ac:spMkLst>
            <pc:docMk/>
            <pc:sldMk cId="2270007045" sldId="259"/>
            <ac:spMk id="142" creationId="{A4937CFD-4AC3-BA78-AFA4-370A066B13C8}"/>
          </ac:spMkLst>
        </pc:spChg>
        <pc:spChg chg="add mod">
          <ac:chgData name="Mellen, Brian C. [US-US]" userId="5d1ce5b9-f372-4b01-a2bb-24d7ad25d806" providerId="ADAL" clId="{708D641B-74B9-42CA-B124-30041B69659B}" dt="2026-07-15T20:37:42.919" v="3472" actId="1038"/>
          <ac:spMkLst>
            <pc:docMk/>
            <pc:sldMk cId="2270007045" sldId="259"/>
            <ac:spMk id="143" creationId="{93C8CC97-EAFA-7BAE-EA56-8F14E7228B1E}"/>
          </ac:spMkLst>
        </pc:spChg>
        <pc:spChg chg="mod">
          <ac:chgData name="Mellen, Brian C. [US-US]" userId="5d1ce5b9-f372-4b01-a2bb-24d7ad25d806" providerId="ADAL" clId="{708D641B-74B9-42CA-B124-30041B69659B}" dt="2026-07-15T18:01:08.338" v="2692" actId="14100"/>
          <ac:spMkLst>
            <pc:docMk/>
            <pc:sldMk cId="2270007045" sldId="259"/>
            <ac:spMk id="146" creationId="{C505A89B-C0A8-8640-63C7-C30D99F696CA}"/>
          </ac:spMkLst>
        </pc:spChg>
        <pc:spChg chg="mod">
          <ac:chgData name="Mellen, Brian C. [US-US]" userId="5d1ce5b9-f372-4b01-a2bb-24d7ad25d806" providerId="ADAL" clId="{708D641B-74B9-42CA-B124-30041B69659B}" dt="2026-07-15T18:01:14.879" v="2709" actId="1036"/>
          <ac:spMkLst>
            <pc:docMk/>
            <pc:sldMk cId="2270007045" sldId="259"/>
            <ac:spMk id="147" creationId="{0CF2824F-F05F-9F46-7FCD-1AA13199ED67}"/>
          </ac:spMkLst>
        </pc:spChg>
        <pc:spChg chg="mod">
          <ac:chgData name="Mellen, Brian C. [US-US]" userId="5d1ce5b9-f372-4b01-a2bb-24d7ad25d806" providerId="ADAL" clId="{708D641B-74B9-42CA-B124-30041B69659B}" dt="2026-07-15T20:38:05.065" v="3475" actId="1076"/>
          <ac:spMkLst>
            <pc:docMk/>
            <pc:sldMk cId="2270007045" sldId="259"/>
            <ac:spMk id="149" creationId="{5CFA5B20-45EC-F212-98CD-07379E78A0C7}"/>
          </ac:spMkLst>
        </pc:spChg>
        <pc:spChg chg="add mod">
          <ac:chgData name="Mellen, Brian C. [US-US]" userId="5d1ce5b9-f372-4b01-a2bb-24d7ad25d806" providerId="ADAL" clId="{708D641B-74B9-42CA-B124-30041B69659B}" dt="2026-07-15T20:38:05.065" v="3475" actId="1076"/>
          <ac:spMkLst>
            <pc:docMk/>
            <pc:sldMk cId="2270007045" sldId="259"/>
            <ac:spMk id="153" creationId="{A5F5BB4E-8707-1BC6-76F7-95AA3F6AC04D}"/>
          </ac:spMkLst>
        </pc:spChg>
        <pc:spChg chg="add mod">
          <ac:chgData name="Mellen, Brian C. [US-US]" userId="5d1ce5b9-f372-4b01-a2bb-24d7ad25d806" providerId="ADAL" clId="{708D641B-74B9-42CA-B124-30041B69659B}" dt="2026-07-15T20:42:49.682" v="3721" actId="1038"/>
          <ac:spMkLst>
            <pc:docMk/>
            <pc:sldMk cId="2270007045" sldId="259"/>
            <ac:spMk id="157" creationId="{8D148BE2-7AE1-2535-C641-B0949F2CF65A}"/>
          </ac:spMkLst>
        </pc:spChg>
        <pc:spChg chg="add mod">
          <ac:chgData name="Mellen, Brian C. [US-US]" userId="5d1ce5b9-f372-4b01-a2bb-24d7ad25d806" providerId="ADAL" clId="{708D641B-74B9-42CA-B124-30041B69659B}" dt="2026-07-15T20:38:05.065" v="3475" actId="1076"/>
          <ac:spMkLst>
            <pc:docMk/>
            <pc:sldMk cId="2270007045" sldId="259"/>
            <ac:spMk id="159" creationId="{5CEE93E0-67E3-B951-E3DF-39C33FACCEE6}"/>
          </ac:spMkLst>
        </pc:spChg>
        <pc:spChg chg="add mod">
          <ac:chgData name="Mellen, Brian C. [US-US]" userId="5d1ce5b9-f372-4b01-a2bb-24d7ad25d806" providerId="ADAL" clId="{708D641B-74B9-42CA-B124-30041B69659B}" dt="2026-07-15T20:38:05.065" v="3475" actId="1076"/>
          <ac:spMkLst>
            <pc:docMk/>
            <pc:sldMk cId="2270007045" sldId="259"/>
            <ac:spMk id="162" creationId="{284E2000-DBC0-3B54-F700-C14D7F6F8EF7}"/>
          </ac:spMkLst>
        </pc:spChg>
        <pc:spChg chg="add mod">
          <ac:chgData name="Mellen, Brian C. [US-US]" userId="5d1ce5b9-f372-4b01-a2bb-24d7ad25d806" providerId="ADAL" clId="{708D641B-74B9-42CA-B124-30041B69659B}" dt="2026-07-15T20:37:12.559" v="3432" actId="1038"/>
          <ac:spMkLst>
            <pc:docMk/>
            <pc:sldMk cId="2270007045" sldId="259"/>
            <ac:spMk id="165" creationId="{EFC15BD6-7118-2461-2313-6D8252FD8C7B}"/>
          </ac:spMkLst>
        </pc:spChg>
        <pc:spChg chg="add mod ord">
          <ac:chgData name="Mellen, Brian C. [US-US]" userId="5d1ce5b9-f372-4b01-a2bb-24d7ad25d806" providerId="ADAL" clId="{708D641B-74B9-42CA-B124-30041B69659B}" dt="2026-07-15T20:37:12.559" v="3432" actId="1038"/>
          <ac:spMkLst>
            <pc:docMk/>
            <pc:sldMk cId="2270007045" sldId="259"/>
            <ac:spMk id="166" creationId="{B741E637-E585-483A-4B0B-42D3843D962C}"/>
          </ac:spMkLst>
        </pc:spChg>
        <pc:spChg chg="add mod">
          <ac:chgData name="Mellen, Brian C. [US-US]" userId="5d1ce5b9-f372-4b01-a2bb-24d7ad25d806" providerId="ADAL" clId="{708D641B-74B9-42CA-B124-30041B69659B}" dt="2026-07-15T20:37:12.559" v="3432" actId="1038"/>
          <ac:spMkLst>
            <pc:docMk/>
            <pc:sldMk cId="2270007045" sldId="259"/>
            <ac:spMk id="167" creationId="{245B22B4-5624-5E29-AF3E-52BBA4AE0E88}"/>
          </ac:spMkLst>
        </pc:spChg>
        <pc:spChg chg="add mod">
          <ac:chgData name="Mellen, Brian C. [US-US]" userId="5d1ce5b9-f372-4b01-a2bb-24d7ad25d806" providerId="ADAL" clId="{708D641B-74B9-42CA-B124-30041B69659B}" dt="2026-07-15T20:37:22.458" v="3433" actId="207"/>
          <ac:spMkLst>
            <pc:docMk/>
            <pc:sldMk cId="2270007045" sldId="259"/>
            <ac:spMk id="168" creationId="{090FA24C-FFFC-9785-E415-DB5482D1ADE8}"/>
          </ac:spMkLst>
        </pc:spChg>
        <pc:spChg chg="add mod">
          <ac:chgData name="Mellen, Brian C. [US-US]" userId="5d1ce5b9-f372-4b01-a2bb-24d7ad25d806" providerId="ADAL" clId="{708D641B-74B9-42CA-B124-30041B69659B}" dt="2026-07-15T20:27:50.917" v="3262" actId="1076"/>
          <ac:spMkLst>
            <pc:docMk/>
            <pc:sldMk cId="2270007045" sldId="259"/>
            <ac:spMk id="169" creationId="{D81DAFE3-29FB-22A5-3FD3-50337A0A13B4}"/>
          </ac:spMkLst>
        </pc:spChg>
        <pc:spChg chg="add mod">
          <ac:chgData name="Mellen, Brian C. [US-US]" userId="5d1ce5b9-f372-4b01-a2bb-24d7ad25d806" providerId="ADAL" clId="{708D641B-74B9-42CA-B124-30041B69659B}" dt="2026-07-15T20:37:42.919" v="3472" actId="1038"/>
          <ac:spMkLst>
            <pc:docMk/>
            <pc:sldMk cId="2270007045" sldId="259"/>
            <ac:spMk id="171" creationId="{EB42BA05-C355-503B-D5F8-95DC7C430FC0}"/>
          </ac:spMkLst>
        </pc:spChg>
        <pc:spChg chg="add mod">
          <ac:chgData name="Mellen, Brian C. [US-US]" userId="5d1ce5b9-f372-4b01-a2bb-24d7ad25d806" providerId="ADAL" clId="{708D641B-74B9-42CA-B124-30041B69659B}" dt="2026-07-15T20:29:14.673" v="3271" actId="1076"/>
          <ac:spMkLst>
            <pc:docMk/>
            <pc:sldMk cId="2270007045" sldId="259"/>
            <ac:spMk id="172" creationId="{E2CFC0DB-1E1F-62A3-76D9-72CAA6161723}"/>
          </ac:spMkLst>
        </pc:spChg>
        <pc:spChg chg="add mod">
          <ac:chgData name="Mellen, Brian C. [US-US]" userId="5d1ce5b9-f372-4b01-a2bb-24d7ad25d806" providerId="ADAL" clId="{708D641B-74B9-42CA-B124-30041B69659B}" dt="2026-07-17T12:29:03.314" v="4994" actId="1038"/>
          <ac:spMkLst>
            <pc:docMk/>
            <pc:sldMk cId="2270007045" sldId="259"/>
            <ac:spMk id="173" creationId="{7D2266C4-BA01-8637-7C9E-F9C53BBF7414}"/>
          </ac:spMkLst>
        </pc:spChg>
        <pc:spChg chg="add mod">
          <ac:chgData name="Mellen, Brian C. [US-US]" userId="5d1ce5b9-f372-4b01-a2bb-24d7ad25d806" providerId="ADAL" clId="{708D641B-74B9-42CA-B124-30041B69659B}" dt="2026-07-15T20:42:34.651" v="3646" actId="1037"/>
          <ac:spMkLst>
            <pc:docMk/>
            <pc:sldMk cId="2270007045" sldId="259"/>
            <ac:spMk id="174" creationId="{0D66CAEF-5185-925A-9730-1E866E79C086}"/>
          </ac:spMkLst>
        </pc:spChg>
        <pc:spChg chg="add mod">
          <ac:chgData name="Mellen, Brian C. [US-US]" userId="5d1ce5b9-f372-4b01-a2bb-24d7ad25d806" providerId="ADAL" clId="{708D641B-74B9-42CA-B124-30041B69659B}" dt="2026-07-15T20:42:49.682" v="3721" actId="1038"/>
          <ac:spMkLst>
            <pc:docMk/>
            <pc:sldMk cId="2270007045" sldId="259"/>
            <ac:spMk id="175" creationId="{FC64D0F9-FC93-FFAB-3191-39F5EE6E0130}"/>
          </ac:spMkLst>
        </pc:spChg>
        <pc:spChg chg="add mod">
          <ac:chgData name="Mellen, Brian C. [US-US]" userId="5d1ce5b9-f372-4b01-a2bb-24d7ad25d806" providerId="ADAL" clId="{708D641B-74B9-42CA-B124-30041B69659B}" dt="2026-07-15T20:37:42.919" v="3472" actId="1038"/>
          <ac:spMkLst>
            <pc:docMk/>
            <pc:sldMk cId="2270007045" sldId="259"/>
            <ac:spMk id="176" creationId="{AAB3758D-42AD-5DBC-8B11-CA05B82A0E0D}"/>
          </ac:spMkLst>
        </pc:spChg>
        <pc:spChg chg="add mod">
          <ac:chgData name="Mellen, Brian C. [US-US]" userId="5d1ce5b9-f372-4b01-a2bb-24d7ad25d806" providerId="ADAL" clId="{708D641B-74B9-42CA-B124-30041B69659B}" dt="2026-07-15T20:43:00.693" v="3787" actId="1037"/>
          <ac:spMkLst>
            <pc:docMk/>
            <pc:sldMk cId="2270007045" sldId="259"/>
            <ac:spMk id="177" creationId="{8D9AEE6F-ED05-2AC5-92BA-E28344439896}"/>
          </ac:spMkLst>
        </pc:spChg>
        <pc:spChg chg="add mod">
          <ac:chgData name="Mellen, Brian C. [US-US]" userId="5d1ce5b9-f372-4b01-a2bb-24d7ad25d806" providerId="ADAL" clId="{708D641B-74B9-42CA-B124-30041B69659B}" dt="2026-07-15T20:37:42.919" v="3472" actId="1038"/>
          <ac:spMkLst>
            <pc:docMk/>
            <pc:sldMk cId="2270007045" sldId="259"/>
            <ac:spMk id="178" creationId="{A489E97A-3891-DE20-2410-CF033444BE2C}"/>
          </ac:spMkLst>
        </pc:spChg>
        <pc:spChg chg="add mod">
          <ac:chgData name="Mellen, Brian C. [US-US]" userId="5d1ce5b9-f372-4b01-a2bb-24d7ad25d806" providerId="ADAL" clId="{708D641B-74B9-42CA-B124-30041B69659B}" dt="2026-07-15T20:42:49.682" v="3721" actId="1038"/>
          <ac:spMkLst>
            <pc:docMk/>
            <pc:sldMk cId="2270007045" sldId="259"/>
            <ac:spMk id="179" creationId="{25ABDE98-C95C-0DA4-2A1A-07650A8F2576}"/>
          </ac:spMkLst>
        </pc:spChg>
        <pc:spChg chg="add mod">
          <ac:chgData name="Mellen, Brian C. [US-US]" userId="5d1ce5b9-f372-4b01-a2bb-24d7ad25d806" providerId="ADAL" clId="{708D641B-74B9-42CA-B124-30041B69659B}" dt="2026-07-15T20:38:05.065" v="3475" actId="1076"/>
          <ac:spMkLst>
            <pc:docMk/>
            <pc:sldMk cId="2270007045" sldId="259"/>
            <ac:spMk id="180" creationId="{C42630DA-03DD-4A25-46C8-D272A240B349}"/>
          </ac:spMkLst>
        </pc:spChg>
        <pc:spChg chg="add mod">
          <ac:chgData name="Mellen, Brian C. [US-US]" userId="5d1ce5b9-f372-4b01-a2bb-24d7ad25d806" providerId="ADAL" clId="{708D641B-74B9-42CA-B124-30041B69659B}" dt="2026-07-15T20:38:05.065" v="3475" actId="1076"/>
          <ac:spMkLst>
            <pc:docMk/>
            <pc:sldMk cId="2270007045" sldId="259"/>
            <ac:spMk id="181" creationId="{801801EC-E6D5-9EA6-B480-14F7673C0C4F}"/>
          </ac:spMkLst>
        </pc:spChg>
        <pc:spChg chg="mod">
          <ac:chgData name="Mellen, Brian C. [US-US]" userId="5d1ce5b9-f372-4b01-a2bb-24d7ad25d806" providerId="ADAL" clId="{708D641B-74B9-42CA-B124-30041B69659B}" dt="2026-07-17T12:28:02.352" v="4975" actId="1076"/>
          <ac:spMkLst>
            <pc:docMk/>
            <pc:sldMk cId="2270007045" sldId="259"/>
            <ac:spMk id="182" creationId="{1F4CF58B-9581-0ED1-D104-E2E803EAC594}"/>
          </ac:spMkLst>
        </pc:spChg>
        <pc:spChg chg="add mod">
          <ac:chgData name="Mellen, Brian C. [US-US]" userId="5d1ce5b9-f372-4b01-a2bb-24d7ad25d806" providerId="ADAL" clId="{708D641B-74B9-42CA-B124-30041B69659B}" dt="2026-07-15T20:42:41.951" v="3682" actId="1038"/>
          <ac:spMkLst>
            <pc:docMk/>
            <pc:sldMk cId="2270007045" sldId="259"/>
            <ac:spMk id="184" creationId="{63F533EA-C401-17C8-0F89-138B970E6DE2}"/>
          </ac:spMkLst>
        </pc:spChg>
        <pc:spChg chg="add mod">
          <ac:chgData name="Mellen, Brian C. [US-US]" userId="5d1ce5b9-f372-4b01-a2bb-24d7ad25d806" providerId="ADAL" clId="{708D641B-74B9-42CA-B124-30041B69659B}" dt="2026-07-15T20:42:49.682" v="3721" actId="1038"/>
          <ac:spMkLst>
            <pc:docMk/>
            <pc:sldMk cId="2270007045" sldId="259"/>
            <ac:spMk id="185" creationId="{5913E3D4-4752-07E3-98AA-7D9DD2C6E8D8}"/>
          </ac:spMkLst>
        </pc:spChg>
        <pc:spChg chg="add mod">
          <ac:chgData name="Mellen, Brian C. [US-US]" userId="5d1ce5b9-f372-4b01-a2bb-24d7ad25d806" providerId="ADAL" clId="{708D641B-74B9-42CA-B124-30041B69659B}" dt="2026-07-15T20:38:24.458" v="3504" actId="1038"/>
          <ac:spMkLst>
            <pc:docMk/>
            <pc:sldMk cId="2270007045" sldId="259"/>
            <ac:spMk id="186" creationId="{AC039FA9-6470-3BE3-AAD7-5E96425D7AEB}"/>
          </ac:spMkLst>
        </pc:spChg>
        <pc:spChg chg="add mod">
          <ac:chgData name="Mellen, Brian C. [US-US]" userId="5d1ce5b9-f372-4b01-a2bb-24d7ad25d806" providerId="ADAL" clId="{708D641B-74B9-42CA-B124-30041B69659B}" dt="2026-07-15T20:38:24.458" v="3504" actId="1038"/>
          <ac:spMkLst>
            <pc:docMk/>
            <pc:sldMk cId="2270007045" sldId="259"/>
            <ac:spMk id="188" creationId="{0DBEBDE7-8605-BB6D-4A8E-23392C9B5FA8}"/>
          </ac:spMkLst>
        </pc:spChg>
        <pc:spChg chg="add mod">
          <ac:chgData name="Mellen, Brian C. [US-US]" userId="5d1ce5b9-f372-4b01-a2bb-24d7ad25d806" providerId="ADAL" clId="{708D641B-74B9-42CA-B124-30041B69659B}" dt="2026-07-17T12:28:02.352" v="4975" actId="1076"/>
          <ac:spMkLst>
            <pc:docMk/>
            <pc:sldMk cId="2270007045" sldId="259"/>
            <ac:spMk id="200" creationId="{39B8DBF5-EB80-8B74-90A1-C4C4502069B9}"/>
          </ac:spMkLst>
        </pc:spChg>
        <pc:spChg chg="add mod">
          <ac:chgData name="Mellen, Brian C. [US-US]" userId="5d1ce5b9-f372-4b01-a2bb-24d7ad25d806" providerId="ADAL" clId="{708D641B-74B9-42CA-B124-30041B69659B}" dt="2026-07-15T20:38:50.240" v="3510" actId="1076"/>
          <ac:spMkLst>
            <pc:docMk/>
            <pc:sldMk cId="2270007045" sldId="259"/>
            <ac:spMk id="236" creationId="{68F3F81E-C7C4-2255-BD9E-49C2BCC2016B}"/>
          </ac:spMkLst>
        </pc:spChg>
        <pc:spChg chg="add mod">
          <ac:chgData name="Mellen, Brian C. [US-US]" userId="5d1ce5b9-f372-4b01-a2bb-24d7ad25d806" providerId="ADAL" clId="{708D641B-74B9-42CA-B124-30041B69659B}" dt="2026-07-17T12:29:11.196" v="5022" actId="1038"/>
          <ac:spMkLst>
            <pc:docMk/>
            <pc:sldMk cId="2270007045" sldId="259"/>
            <ac:spMk id="237" creationId="{93E723F4-9582-FACF-052B-D08554C8C76C}"/>
          </ac:spMkLst>
        </pc:spChg>
        <pc:spChg chg="add mod">
          <ac:chgData name="Mellen, Brian C. [US-US]" userId="5d1ce5b9-f372-4b01-a2bb-24d7ad25d806" providerId="ADAL" clId="{708D641B-74B9-42CA-B124-30041B69659B}" dt="2026-07-15T20:38:50.240" v="3510" actId="1076"/>
          <ac:spMkLst>
            <pc:docMk/>
            <pc:sldMk cId="2270007045" sldId="259"/>
            <ac:spMk id="240" creationId="{EB88BE5C-FE7C-39ED-BFE3-778AABB67DD2}"/>
          </ac:spMkLst>
        </pc:spChg>
        <pc:spChg chg="add mod">
          <ac:chgData name="Mellen, Brian C. [US-US]" userId="5d1ce5b9-f372-4b01-a2bb-24d7ad25d806" providerId="ADAL" clId="{708D641B-74B9-42CA-B124-30041B69659B}" dt="2026-07-15T20:43:07.936" v="3849" actId="1038"/>
          <ac:spMkLst>
            <pc:docMk/>
            <pc:sldMk cId="2270007045" sldId="259"/>
            <ac:spMk id="241" creationId="{E84C09E7-C0B7-5678-CC82-6C3A1C88F692}"/>
          </ac:spMkLst>
        </pc:spChg>
        <pc:spChg chg="add mod">
          <ac:chgData name="Mellen, Brian C. [US-US]" userId="5d1ce5b9-f372-4b01-a2bb-24d7ad25d806" providerId="ADAL" clId="{708D641B-74B9-42CA-B124-30041B69659B}" dt="2026-07-15T20:38:50.240" v="3510" actId="1076"/>
          <ac:spMkLst>
            <pc:docMk/>
            <pc:sldMk cId="2270007045" sldId="259"/>
            <ac:spMk id="242" creationId="{FB2524E9-F9A0-0AC1-DC46-CF81728699BE}"/>
          </ac:spMkLst>
        </pc:spChg>
        <pc:spChg chg="add mod">
          <ac:chgData name="Mellen, Brian C. [US-US]" userId="5d1ce5b9-f372-4b01-a2bb-24d7ad25d806" providerId="ADAL" clId="{708D641B-74B9-42CA-B124-30041B69659B}" dt="2026-07-15T20:41:09.966" v="3563" actId="20577"/>
          <ac:spMkLst>
            <pc:docMk/>
            <pc:sldMk cId="2270007045" sldId="259"/>
            <ac:spMk id="244" creationId="{74F499C3-460B-F5CD-D648-B6E389B2EBC9}"/>
          </ac:spMkLst>
        </pc:spChg>
        <pc:spChg chg="add mod">
          <ac:chgData name="Mellen, Brian C. [US-US]" userId="5d1ce5b9-f372-4b01-a2bb-24d7ad25d806" providerId="ADAL" clId="{708D641B-74B9-42CA-B124-30041B69659B}" dt="2026-07-15T20:42:41.951" v="3682" actId="1038"/>
          <ac:spMkLst>
            <pc:docMk/>
            <pc:sldMk cId="2270007045" sldId="259"/>
            <ac:spMk id="245" creationId="{888935A7-9EC2-10D5-EE18-18B223E1B9E8}"/>
          </ac:spMkLst>
        </pc:spChg>
        <pc:spChg chg="add mod">
          <ac:chgData name="Mellen, Brian C. [US-US]" userId="5d1ce5b9-f372-4b01-a2bb-24d7ad25d806" providerId="ADAL" clId="{708D641B-74B9-42CA-B124-30041B69659B}" dt="2026-07-15T20:42:49.682" v="3721" actId="1038"/>
          <ac:spMkLst>
            <pc:docMk/>
            <pc:sldMk cId="2270007045" sldId="259"/>
            <ac:spMk id="246" creationId="{C4E9B49B-1A80-9749-615D-EF8B4DC2EF58}"/>
          </ac:spMkLst>
        </pc:spChg>
        <pc:spChg chg="add mod">
          <ac:chgData name="Mellen, Brian C. [US-US]" userId="5d1ce5b9-f372-4b01-a2bb-24d7ad25d806" providerId="ADAL" clId="{708D641B-74B9-42CA-B124-30041B69659B}" dt="2026-07-15T20:39:58.716" v="3524" actId="1076"/>
          <ac:spMkLst>
            <pc:docMk/>
            <pc:sldMk cId="2270007045" sldId="259"/>
            <ac:spMk id="247" creationId="{B085FA28-0C70-BEF6-FCF3-6587C1F64020}"/>
          </ac:spMkLst>
        </pc:spChg>
        <pc:spChg chg="add mod">
          <ac:chgData name="Mellen, Brian C. [US-US]" userId="5d1ce5b9-f372-4b01-a2bb-24d7ad25d806" providerId="ADAL" clId="{708D641B-74B9-42CA-B124-30041B69659B}" dt="2026-07-15T20:40:24.527" v="3529" actId="1076"/>
          <ac:spMkLst>
            <pc:docMk/>
            <pc:sldMk cId="2270007045" sldId="259"/>
            <ac:spMk id="248" creationId="{775A029F-B607-4BA0-F2AE-FAC29F14D78D}"/>
          </ac:spMkLst>
        </pc:spChg>
        <pc:spChg chg="add mod">
          <ac:chgData name="Mellen, Brian C. [US-US]" userId="5d1ce5b9-f372-4b01-a2bb-24d7ad25d806" providerId="ADAL" clId="{708D641B-74B9-42CA-B124-30041B69659B}" dt="2026-07-17T12:29:11.196" v="5022" actId="1038"/>
          <ac:spMkLst>
            <pc:docMk/>
            <pc:sldMk cId="2270007045" sldId="259"/>
            <ac:spMk id="249" creationId="{47CD1C75-8512-B331-EFBD-5CC6B476CE73}"/>
          </ac:spMkLst>
        </pc:spChg>
        <pc:spChg chg="add mod">
          <ac:chgData name="Mellen, Brian C. [US-US]" userId="5d1ce5b9-f372-4b01-a2bb-24d7ad25d806" providerId="ADAL" clId="{708D641B-74B9-42CA-B124-30041B69659B}" dt="2026-07-15T20:41:34.705" v="3567" actId="1076"/>
          <ac:spMkLst>
            <pc:docMk/>
            <pc:sldMk cId="2270007045" sldId="259"/>
            <ac:spMk id="250" creationId="{A8E11D04-2C6D-E3A4-F458-14823DC90315}"/>
          </ac:spMkLst>
        </pc:spChg>
        <pc:spChg chg="add mod">
          <ac:chgData name="Mellen, Brian C. [US-US]" userId="5d1ce5b9-f372-4b01-a2bb-24d7ad25d806" providerId="ADAL" clId="{708D641B-74B9-42CA-B124-30041B69659B}" dt="2026-07-15T20:43:07.936" v="3849" actId="1038"/>
          <ac:spMkLst>
            <pc:docMk/>
            <pc:sldMk cId="2270007045" sldId="259"/>
            <ac:spMk id="251" creationId="{AFC4F832-A69E-C858-6ECF-9E9406B321D8}"/>
          </ac:spMkLst>
        </pc:spChg>
        <pc:spChg chg="add mod">
          <ac:chgData name="Mellen, Brian C. [US-US]" userId="5d1ce5b9-f372-4b01-a2bb-24d7ad25d806" providerId="ADAL" clId="{708D641B-74B9-42CA-B124-30041B69659B}" dt="2026-07-15T20:42:00.110" v="3571" actId="1076"/>
          <ac:spMkLst>
            <pc:docMk/>
            <pc:sldMk cId="2270007045" sldId="259"/>
            <ac:spMk id="252" creationId="{C3F37E14-63F2-89C3-D91F-6DCE038D89E1}"/>
          </ac:spMkLst>
        </pc:spChg>
        <pc:cxnChg chg="add mod ord">
          <ac:chgData name="Mellen, Brian C. [US-US]" userId="5d1ce5b9-f372-4b01-a2bb-24d7ad25d806" providerId="ADAL" clId="{708D641B-74B9-42CA-B124-30041B69659B}" dt="2026-07-16T12:50:49.848" v="3859" actId="167"/>
          <ac:cxnSpMkLst>
            <pc:docMk/>
            <pc:sldMk cId="2270007045" sldId="259"/>
            <ac:cxnSpMk id="13" creationId="{9C6A6928-EEBE-B121-69A9-9391B7ACF66A}"/>
          </ac:cxnSpMkLst>
        </pc:cxnChg>
        <pc:cxnChg chg="add mod ord">
          <ac:chgData name="Mellen, Brian C. [US-US]" userId="5d1ce5b9-f372-4b01-a2bb-24d7ad25d806" providerId="ADAL" clId="{708D641B-74B9-42CA-B124-30041B69659B}" dt="2026-07-16T12:51:12.988" v="3862" actId="167"/>
          <ac:cxnSpMkLst>
            <pc:docMk/>
            <pc:sldMk cId="2270007045" sldId="259"/>
            <ac:cxnSpMk id="14" creationId="{C1A0EECE-3ECF-ADB9-EF0D-CB0ABA7C1C10}"/>
          </ac:cxnSpMkLst>
        </pc:cxnChg>
        <pc:cxnChg chg="add mod ord">
          <ac:chgData name="Mellen, Brian C. [US-US]" userId="5d1ce5b9-f372-4b01-a2bb-24d7ad25d806" providerId="ADAL" clId="{708D641B-74B9-42CA-B124-30041B69659B}" dt="2026-07-16T12:51:29.510" v="3865" actId="167"/>
          <ac:cxnSpMkLst>
            <pc:docMk/>
            <pc:sldMk cId="2270007045" sldId="259"/>
            <ac:cxnSpMk id="16" creationId="{D831C03D-A3AF-6DD1-319C-869E8761F558}"/>
          </ac:cxnSpMkLst>
        </pc:cxnChg>
        <pc:cxnChg chg="add mod ord">
          <ac:chgData name="Mellen, Brian C. [US-US]" userId="5d1ce5b9-f372-4b01-a2bb-24d7ad25d806" providerId="ADAL" clId="{708D641B-74B9-42CA-B124-30041B69659B}" dt="2026-07-17T12:35:14.042" v="5633" actId="14100"/>
          <ac:cxnSpMkLst>
            <pc:docMk/>
            <pc:sldMk cId="2270007045" sldId="259"/>
            <ac:cxnSpMk id="17" creationId="{347B0AD7-09B1-2F75-F6E7-A85DF5E9BC41}"/>
          </ac:cxnSpMkLst>
        </pc:cxnChg>
        <pc:cxnChg chg="add mod ord">
          <ac:chgData name="Mellen, Brian C. [US-US]" userId="5d1ce5b9-f372-4b01-a2bb-24d7ad25d806" providerId="ADAL" clId="{708D641B-74B9-42CA-B124-30041B69659B}" dt="2026-07-16T12:52:20.237" v="3873" actId="167"/>
          <ac:cxnSpMkLst>
            <pc:docMk/>
            <pc:sldMk cId="2270007045" sldId="259"/>
            <ac:cxnSpMk id="23" creationId="{19CF9E22-6EA5-3E4A-CC7E-CE4FA01EBA0C}"/>
          </ac:cxnSpMkLst>
        </pc:cxnChg>
        <pc:cxnChg chg="add mod ord">
          <ac:chgData name="Mellen, Brian C. [US-US]" userId="5d1ce5b9-f372-4b01-a2bb-24d7ad25d806" providerId="ADAL" clId="{708D641B-74B9-42CA-B124-30041B69659B}" dt="2026-07-16T12:52:44.422" v="3878" actId="167"/>
          <ac:cxnSpMkLst>
            <pc:docMk/>
            <pc:sldMk cId="2270007045" sldId="259"/>
            <ac:cxnSpMk id="24" creationId="{371FCBBC-834F-7DE2-D910-1A6F539776BC}"/>
          </ac:cxnSpMkLst>
        </pc:cxnChg>
        <pc:cxnChg chg="add mod ord">
          <ac:chgData name="Mellen, Brian C. [US-US]" userId="5d1ce5b9-f372-4b01-a2bb-24d7ad25d806" providerId="ADAL" clId="{708D641B-74B9-42CA-B124-30041B69659B}" dt="2026-07-16T12:53:06.282" v="3883" actId="167"/>
          <ac:cxnSpMkLst>
            <pc:docMk/>
            <pc:sldMk cId="2270007045" sldId="259"/>
            <ac:cxnSpMk id="27" creationId="{8517668A-02B2-A6F9-4B65-AC217A6E0DC2}"/>
          </ac:cxnSpMkLst>
        </pc:cxnChg>
        <pc:cxnChg chg="add mod ord">
          <ac:chgData name="Mellen, Brian C. [US-US]" userId="5d1ce5b9-f372-4b01-a2bb-24d7ad25d806" providerId="ADAL" clId="{708D641B-74B9-42CA-B124-30041B69659B}" dt="2026-07-16T12:53:46.836" v="3888" actId="167"/>
          <ac:cxnSpMkLst>
            <pc:docMk/>
            <pc:sldMk cId="2270007045" sldId="259"/>
            <ac:cxnSpMk id="30" creationId="{A2C49078-E4B1-6815-416A-81FBBABB89DD}"/>
          </ac:cxnSpMkLst>
        </pc:cxnChg>
      </pc:sldChg>
      <pc:sldChg chg="addSp delSp modSp add mod">
        <pc:chgData name="Mellen, Brian C. [US-US]" userId="5d1ce5b9-f372-4b01-a2bb-24d7ad25d806" providerId="ADAL" clId="{708D641B-74B9-42CA-B124-30041B69659B}" dt="2026-07-20T15:32:04.352" v="7468" actId="478"/>
        <pc:sldMkLst>
          <pc:docMk/>
          <pc:sldMk cId="3698682880" sldId="260"/>
        </pc:sldMkLst>
        <pc:spChg chg="mod">
          <ac:chgData name="Mellen, Brian C. [US-US]" userId="5d1ce5b9-f372-4b01-a2bb-24d7ad25d806" providerId="ADAL" clId="{708D641B-74B9-42CA-B124-30041B69659B}" dt="2026-07-16T13:29:24.604" v="4547" actId="207"/>
          <ac:spMkLst>
            <pc:docMk/>
            <pc:sldMk cId="3698682880" sldId="260"/>
            <ac:spMk id="3" creationId="{C886D310-DA77-018C-5613-57EC772EE25D}"/>
          </ac:spMkLst>
        </pc:spChg>
        <pc:spChg chg="mod">
          <ac:chgData name="Mellen, Brian C. [US-US]" userId="5d1ce5b9-f372-4b01-a2bb-24d7ad25d806" providerId="ADAL" clId="{708D641B-74B9-42CA-B124-30041B69659B}" dt="2026-07-16T13:21:12.481" v="4310" actId="1076"/>
          <ac:spMkLst>
            <pc:docMk/>
            <pc:sldMk cId="3698682880" sldId="260"/>
            <ac:spMk id="5" creationId="{6A185E91-5C50-EC06-FEDB-249229E0443F}"/>
          </ac:spMkLst>
        </pc:spChg>
        <pc:spChg chg="mod">
          <ac:chgData name="Mellen, Brian C. [US-US]" userId="5d1ce5b9-f372-4b01-a2bb-24d7ad25d806" providerId="ADAL" clId="{708D641B-74B9-42CA-B124-30041B69659B}" dt="2026-07-16T13:22:37.609" v="4354" actId="1037"/>
          <ac:spMkLst>
            <pc:docMk/>
            <pc:sldMk cId="3698682880" sldId="260"/>
            <ac:spMk id="7" creationId="{A09AD5C7-ED28-1189-59E1-823214671449}"/>
          </ac:spMkLst>
        </pc:spChg>
        <pc:spChg chg="add mod">
          <ac:chgData name="Mellen, Brian C. [US-US]" userId="5d1ce5b9-f372-4b01-a2bb-24d7ad25d806" providerId="ADAL" clId="{708D641B-74B9-42CA-B124-30041B69659B}" dt="2026-07-16T13:00:22.888" v="4209" actId="1076"/>
          <ac:spMkLst>
            <pc:docMk/>
            <pc:sldMk cId="3698682880" sldId="260"/>
            <ac:spMk id="8" creationId="{4ED031D2-8A3C-0638-4022-95364B5688BB}"/>
          </ac:spMkLst>
        </pc:spChg>
        <pc:spChg chg="add mod">
          <ac:chgData name="Mellen, Brian C. [US-US]" userId="5d1ce5b9-f372-4b01-a2bb-24d7ad25d806" providerId="ADAL" clId="{708D641B-74B9-42CA-B124-30041B69659B}" dt="2026-07-16T13:00:22.888" v="4209" actId="1076"/>
          <ac:spMkLst>
            <pc:docMk/>
            <pc:sldMk cId="3698682880" sldId="260"/>
            <ac:spMk id="9" creationId="{C2A2D9D2-0AB3-6477-4AD4-DE5BD52853E0}"/>
          </ac:spMkLst>
        </pc:spChg>
        <pc:spChg chg="add mod">
          <ac:chgData name="Mellen, Brian C. [US-US]" userId="5d1ce5b9-f372-4b01-a2bb-24d7ad25d806" providerId="ADAL" clId="{708D641B-74B9-42CA-B124-30041B69659B}" dt="2026-07-16T13:23:11.784" v="4362" actId="1038"/>
          <ac:spMkLst>
            <pc:docMk/>
            <pc:sldMk cId="3698682880" sldId="260"/>
            <ac:spMk id="13" creationId="{BE13B525-3CAF-180A-FAB7-A554A7962C42}"/>
          </ac:spMkLst>
        </pc:spChg>
        <pc:spChg chg="add mod">
          <ac:chgData name="Mellen, Brian C. [US-US]" userId="5d1ce5b9-f372-4b01-a2bb-24d7ad25d806" providerId="ADAL" clId="{708D641B-74B9-42CA-B124-30041B69659B}" dt="2026-07-16T13:22:27.510" v="4318" actId="1076"/>
          <ac:spMkLst>
            <pc:docMk/>
            <pc:sldMk cId="3698682880" sldId="260"/>
            <ac:spMk id="14" creationId="{0F425472-83B5-0D43-06D6-3FB86E1C8CDD}"/>
          </ac:spMkLst>
        </pc:spChg>
        <pc:spChg chg="add mod">
          <ac:chgData name="Mellen, Brian C. [US-US]" userId="5d1ce5b9-f372-4b01-a2bb-24d7ad25d806" providerId="ADAL" clId="{708D641B-74B9-42CA-B124-30041B69659B}" dt="2026-07-16T13:22:55.194" v="4356" actId="14100"/>
          <ac:spMkLst>
            <pc:docMk/>
            <pc:sldMk cId="3698682880" sldId="260"/>
            <ac:spMk id="15" creationId="{7A4FAB47-9ADE-D236-68EC-1665E86E8BB7}"/>
          </ac:spMkLst>
        </pc:spChg>
        <pc:spChg chg="add mod">
          <ac:chgData name="Mellen, Brian C. [US-US]" userId="5d1ce5b9-f372-4b01-a2bb-24d7ad25d806" providerId="ADAL" clId="{708D641B-74B9-42CA-B124-30041B69659B}" dt="2026-07-16T13:23:01.643" v="4357" actId="207"/>
          <ac:spMkLst>
            <pc:docMk/>
            <pc:sldMk cId="3698682880" sldId="260"/>
            <ac:spMk id="16" creationId="{2AE5D405-81D4-3387-7D3A-C7B46A4CB6F1}"/>
          </ac:spMkLst>
        </pc:spChg>
        <pc:spChg chg="add mod">
          <ac:chgData name="Mellen, Brian C. [US-US]" userId="5d1ce5b9-f372-4b01-a2bb-24d7ad25d806" providerId="ADAL" clId="{708D641B-74B9-42CA-B124-30041B69659B}" dt="2026-07-16T13:30:28.481" v="4631" actId="1038"/>
          <ac:spMkLst>
            <pc:docMk/>
            <pc:sldMk cId="3698682880" sldId="260"/>
            <ac:spMk id="17" creationId="{8941FEC0-68EA-90D8-3624-220FE576EF30}"/>
          </ac:spMkLst>
        </pc:spChg>
        <pc:spChg chg="mod">
          <ac:chgData name="Mellen, Brian C. [US-US]" userId="5d1ce5b9-f372-4b01-a2bb-24d7ad25d806" providerId="ADAL" clId="{708D641B-74B9-42CA-B124-30041B69659B}" dt="2026-07-16T13:29:24.604" v="4547" actId="207"/>
          <ac:spMkLst>
            <pc:docMk/>
            <pc:sldMk cId="3698682880" sldId="260"/>
            <ac:spMk id="18" creationId="{498E8393-9F36-9163-BBEC-8BD4D685D57E}"/>
          </ac:spMkLst>
        </pc:spChg>
        <pc:spChg chg="mod">
          <ac:chgData name="Mellen, Brian C. [US-US]" userId="5d1ce5b9-f372-4b01-a2bb-24d7ad25d806" providerId="ADAL" clId="{708D641B-74B9-42CA-B124-30041B69659B}" dt="2026-07-16T13:29:24.604" v="4547" actId="207"/>
          <ac:spMkLst>
            <pc:docMk/>
            <pc:sldMk cId="3698682880" sldId="260"/>
            <ac:spMk id="19" creationId="{E5703E10-DEE8-DCF8-AB24-08E34E2A2D4D}"/>
          </ac:spMkLst>
        </pc:spChg>
        <pc:spChg chg="mod">
          <ac:chgData name="Mellen, Brian C. [US-US]" userId="5d1ce5b9-f372-4b01-a2bb-24d7ad25d806" providerId="ADAL" clId="{708D641B-74B9-42CA-B124-30041B69659B}" dt="2026-07-16T13:29:24.604" v="4547" actId="207"/>
          <ac:spMkLst>
            <pc:docMk/>
            <pc:sldMk cId="3698682880" sldId="260"/>
            <ac:spMk id="20" creationId="{47EFAB55-611B-1552-FD89-9FEFBCBE3DEA}"/>
          </ac:spMkLst>
        </pc:spChg>
        <pc:spChg chg="mod">
          <ac:chgData name="Mellen, Brian C. [US-US]" userId="5d1ce5b9-f372-4b01-a2bb-24d7ad25d806" providerId="ADAL" clId="{708D641B-74B9-42CA-B124-30041B69659B}" dt="2026-07-16T13:29:24.604" v="4547" actId="207"/>
          <ac:spMkLst>
            <pc:docMk/>
            <pc:sldMk cId="3698682880" sldId="260"/>
            <ac:spMk id="21" creationId="{C8C3F289-1AD1-E49A-5496-023AE806F43B}"/>
          </ac:spMkLst>
        </pc:spChg>
        <pc:spChg chg="add mod">
          <ac:chgData name="Mellen, Brian C. [US-US]" userId="5d1ce5b9-f372-4b01-a2bb-24d7ad25d806" providerId="ADAL" clId="{708D641B-74B9-42CA-B124-30041B69659B}" dt="2026-07-16T13:30:28.481" v="4631" actId="1038"/>
          <ac:spMkLst>
            <pc:docMk/>
            <pc:sldMk cId="3698682880" sldId="260"/>
            <ac:spMk id="22" creationId="{58C05111-2DEF-A1BA-C6CF-35735E84480A}"/>
          </ac:spMkLst>
        </pc:spChg>
        <pc:spChg chg="add del mod">
          <ac:chgData name="Mellen, Brian C. [US-US]" userId="5d1ce5b9-f372-4b01-a2bb-24d7ad25d806" providerId="ADAL" clId="{708D641B-74B9-42CA-B124-30041B69659B}" dt="2026-07-20T15:32:04.352" v="7468" actId="478"/>
          <ac:spMkLst>
            <pc:docMk/>
            <pc:sldMk cId="3698682880" sldId="260"/>
            <ac:spMk id="23" creationId="{CC8642F9-AB5C-ED5B-2198-4D0FB44D1D34}"/>
          </ac:spMkLst>
        </pc:spChg>
        <pc:spChg chg="add mod">
          <ac:chgData name="Mellen, Brian C. [US-US]" userId="5d1ce5b9-f372-4b01-a2bb-24d7ad25d806" providerId="ADAL" clId="{708D641B-74B9-42CA-B124-30041B69659B}" dt="2026-07-16T13:30:28.481" v="4631" actId="1038"/>
          <ac:spMkLst>
            <pc:docMk/>
            <pc:sldMk cId="3698682880" sldId="260"/>
            <ac:spMk id="24" creationId="{5E10A33A-E573-486D-E650-FC78022FAA34}"/>
          </ac:spMkLst>
        </pc:spChg>
        <pc:spChg chg="add mod">
          <ac:chgData name="Mellen, Brian C. [US-US]" userId="5d1ce5b9-f372-4b01-a2bb-24d7ad25d806" providerId="ADAL" clId="{708D641B-74B9-42CA-B124-30041B69659B}" dt="2026-07-16T13:30:28.481" v="4631" actId="1038"/>
          <ac:spMkLst>
            <pc:docMk/>
            <pc:sldMk cId="3698682880" sldId="260"/>
            <ac:spMk id="25" creationId="{F6CB24E0-BFF5-9B4C-EAB5-B05A0CBD672F}"/>
          </ac:spMkLst>
        </pc:spChg>
        <pc:spChg chg="add mod">
          <ac:chgData name="Mellen, Brian C. [US-US]" userId="5d1ce5b9-f372-4b01-a2bb-24d7ad25d806" providerId="ADAL" clId="{708D641B-74B9-42CA-B124-30041B69659B}" dt="2026-07-16T13:30:28.481" v="4631" actId="1038"/>
          <ac:spMkLst>
            <pc:docMk/>
            <pc:sldMk cId="3698682880" sldId="260"/>
            <ac:spMk id="26" creationId="{9532937F-85CA-8496-5499-2C02957FF8A9}"/>
          </ac:spMkLst>
        </pc:spChg>
        <pc:spChg chg="add mod">
          <ac:chgData name="Mellen, Brian C. [US-US]" userId="5d1ce5b9-f372-4b01-a2bb-24d7ad25d806" providerId="ADAL" clId="{708D641B-74B9-42CA-B124-30041B69659B}" dt="2026-07-16T13:30:28.481" v="4631" actId="1038"/>
          <ac:spMkLst>
            <pc:docMk/>
            <pc:sldMk cId="3698682880" sldId="260"/>
            <ac:spMk id="27" creationId="{FE64D81C-A443-3AAE-75D3-F8599458339C}"/>
          </ac:spMkLst>
        </pc:spChg>
        <pc:spChg chg="add mod">
          <ac:chgData name="Mellen, Brian C. [US-US]" userId="5d1ce5b9-f372-4b01-a2bb-24d7ad25d806" providerId="ADAL" clId="{708D641B-74B9-42CA-B124-30041B69659B}" dt="2026-07-16T13:30:28.481" v="4631" actId="1038"/>
          <ac:spMkLst>
            <pc:docMk/>
            <pc:sldMk cId="3698682880" sldId="260"/>
            <ac:spMk id="28" creationId="{DD9DB753-7025-775B-217F-DF5DE99C620F}"/>
          </ac:spMkLst>
        </pc:spChg>
        <pc:spChg chg="mod">
          <ac:chgData name="Mellen, Brian C. [US-US]" userId="5d1ce5b9-f372-4b01-a2bb-24d7ad25d806" providerId="ADAL" clId="{708D641B-74B9-42CA-B124-30041B69659B}" dt="2026-07-16T12:54:25.170" v="3897" actId="20577"/>
          <ac:spMkLst>
            <pc:docMk/>
            <pc:sldMk cId="3698682880" sldId="260"/>
            <ac:spMk id="29" creationId="{5E74D70A-3837-C217-6274-7D61C52A58CB}"/>
          </ac:spMkLst>
        </pc:spChg>
        <pc:spChg chg="add del mod">
          <ac:chgData name="Mellen, Brian C. [US-US]" userId="5d1ce5b9-f372-4b01-a2bb-24d7ad25d806" providerId="ADAL" clId="{708D641B-74B9-42CA-B124-30041B69659B}" dt="2026-07-20T15:32:04.352" v="7468" actId="478"/>
          <ac:spMkLst>
            <pc:docMk/>
            <pc:sldMk cId="3698682880" sldId="260"/>
            <ac:spMk id="30" creationId="{C50A523A-BD57-5675-3766-CF91AD929DB2}"/>
          </ac:spMkLst>
        </pc:spChg>
        <pc:spChg chg="add mod">
          <ac:chgData name="Mellen, Brian C. [US-US]" userId="5d1ce5b9-f372-4b01-a2bb-24d7ad25d806" providerId="ADAL" clId="{708D641B-74B9-42CA-B124-30041B69659B}" dt="2026-07-16T13:35:30.310" v="4835" actId="1038"/>
          <ac:spMkLst>
            <pc:docMk/>
            <pc:sldMk cId="3698682880" sldId="260"/>
            <ac:spMk id="31" creationId="{C496AC27-E64B-615B-33EB-407903666FBE}"/>
          </ac:spMkLst>
        </pc:spChg>
        <pc:spChg chg="add mod">
          <ac:chgData name="Mellen, Brian C. [US-US]" userId="5d1ce5b9-f372-4b01-a2bb-24d7ad25d806" providerId="ADAL" clId="{708D641B-74B9-42CA-B124-30041B69659B}" dt="2026-07-16T13:35:30.310" v="4835" actId="1038"/>
          <ac:spMkLst>
            <pc:docMk/>
            <pc:sldMk cId="3698682880" sldId="260"/>
            <ac:spMk id="33" creationId="{CFA48EED-F3CB-8D7D-676C-EDBBB44E7BB7}"/>
          </ac:spMkLst>
        </pc:spChg>
        <pc:spChg chg="add mod">
          <ac:chgData name="Mellen, Brian C. [US-US]" userId="5d1ce5b9-f372-4b01-a2bb-24d7ad25d806" providerId="ADAL" clId="{708D641B-74B9-42CA-B124-30041B69659B}" dt="2026-07-16T13:35:30.310" v="4835" actId="1038"/>
          <ac:spMkLst>
            <pc:docMk/>
            <pc:sldMk cId="3698682880" sldId="260"/>
            <ac:spMk id="34" creationId="{26B7958F-2D22-0A22-D1B2-CBE5067533C9}"/>
          </ac:spMkLst>
        </pc:spChg>
        <pc:spChg chg="add del mod">
          <ac:chgData name="Mellen, Brian C. [US-US]" userId="5d1ce5b9-f372-4b01-a2bb-24d7ad25d806" providerId="ADAL" clId="{708D641B-74B9-42CA-B124-30041B69659B}" dt="2026-07-20T15:32:04.352" v="7468" actId="478"/>
          <ac:spMkLst>
            <pc:docMk/>
            <pc:sldMk cId="3698682880" sldId="260"/>
            <ac:spMk id="35" creationId="{86B874DF-02EB-8924-7A6D-F630CC61B419}"/>
          </ac:spMkLst>
        </pc:spChg>
        <pc:spChg chg="add mod">
          <ac:chgData name="Mellen, Brian C. [US-US]" userId="5d1ce5b9-f372-4b01-a2bb-24d7ad25d806" providerId="ADAL" clId="{708D641B-74B9-42CA-B124-30041B69659B}" dt="2026-07-16T13:35:30.310" v="4835" actId="1038"/>
          <ac:spMkLst>
            <pc:docMk/>
            <pc:sldMk cId="3698682880" sldId="260"/>
            <ac:spMk id="36" creationId="{D0EC7C40-872C-BFF2-839F-61A50953B513}"/>
          </ac:spMkLst>
        </pc:spChg>
        <pc:spChg chg="add del mod">
          <ac:chgData name="Mellen, Brian C. [US-US]" userId="5d1ce5b9-f372-4b01-a2bb-24d7ad25d806" providerId="ADAL" clId="{708D641B-74B9-42CA-B124-30041B69659B}" dt="2026-07-20T15:32:04.352" v="7468" actId="478"/>
          <ac:spMkLst>
            <pc:docMk/>
            <pc:sldMk cId="3698682880" sldId="260"/>
            <ac:spMk id="37" creationId="{81C437E0-6013-5B15-3456-9DC1B806F959}"/>
          </ac:spMkLst>
        </pc:spChg>
        <pc:spChg chg="add mod">
          <ac:chgData name="Mellen, Brian C. [US-US]" userId="5d1ce5b9-f372-4b01-a2bb-24d7ad25d806" providerId="ADAL" clId="{708D641B-74B9-42CA-B124-30041B69659B}" dt="2026-07-16T13:35:36.757" v="4869" actId="1038"/>
          <ac:spMkLst>
            <pc:docMk/>
            <pc:sldMk cId="3698682880" sldId="260"/>
            <ac:spMk id="46" creationId="{91841989-226C-0D70-8F4F-A3B09A6372A1}"/>
          </ac:spMkLst>
        </pc:spChg>
        <pc:spChg chg="add del mod">
          <ac:chgData name="Mellen, Brian C. [US-US]" userId="5d1ce5b9-f372-4b01-a2bb-24d7ad25d806" providerId="ADAL" clId="{708D641B-74B9-42CA-B124-30041B69659B}" dt="2026-07-20T15:32:04.352" v="7468" actId="478"/>
          <ac:spMkLst>
            <pc:docMk/>
            <pc:sldMk cId="3698682880" sldId="260"/>
            <ac:spMk id="48" creationId="{8DBC0414-43C0-DD6D-E782-325178FBF69C}"/>
          </ac:spMkLst>
        </pc:spChg>
        <pc:spChg chg="add mod">
          <ac:chgData name="Mellen, Brian C. [US-US]" userId="5d1ce5b9-f372-4b01-a2bb-24d7ad25d806" providerId="ADAL" clId="{708D641B-74B9-42CA-B124-30041B69659B}" dt="2026-07-16T13:36:44.151" v="4873" actId="1076"/>
          <ac:spMkLst>
            <pc:docMk/>
            <pc:sldMk cId="3698682880" sldId="260"/>
            <ac:spMk id="49" creationId="{D0C7A40B-F120-A18E-D250-BF318A3F0DA6}"/>
          </ac:spMkLst>
        </pc:spChg>
        <pc:spChg chg="add del mod">
          <ac:chgData name="Mellen, Brian C. [US-US]" userId="5d1ce5b9-f372-4b01-a2bb-24d7ad25d806" providerId="ADAL" clId="{708D641B-74B9-42CA-B124-30041B69659B}" dt="2026-07-20T15:32:04.352" v="7468" actId="478"/>
          <ac:spMkLst>
            <pc:docMk/>
            <pc:sldMk cId="3698682880" sldId="260"/>
            <ac:spMk id="66" creationId="{63E91089-B01A-DC81-DFFB-A050C0AA3712}"/>
          </ac:spMkLst>
        </pc:spChg>
        <pc:spChg chg="mod">
          <ac:chgData name="Mellen, Brian C. [US-US]" userId="5d1ce5b9-f372-4b01-a2bb-24d7ad25d806" providerId="ADAL" clId="{708D641B-74B9-42CA-B124-30041B69659B}" dt="2026-07-16T13:18:36.496" v="4285" actId="1038"/>
          <ac:spMkLst>
            <pc:docMk/>
            <pc:sldMk cId="3698682880" sldId="260"/>
            <ac:spMk id="67" creationId="{FA1F442B-3B25-4AAA-455A-69F6752D6BDC}"/>
          </ac:spMkLst>
        </pc:spChg>
        <pc:spChg chg="mod">
          <ac:chgData name="Mellen, Brian C. [US-US]" userId="5d1ce5b9-f372-4b01-a2bb-24d7ad25d806" providerId="ADAL" clId="{708D641B-74B9-42CA-B124-30041B69659B}" dt="2026-07-16T12:59:54.449" v="4207" actId="207"/>
          <ac:spMkLst>
            <pc:docMk/>
            <pc:sldMk cId="3698682880" sldId="260"/>
            <ac:spMk id="91" creationId="{EE558B45-D544-F7E7-C3AC-06FF1C6CEF59}"/>
          </ac:spMkLst>
        </pc:spChg>
        <pc:spChg chg="mod">
          <ac:chgData name="Mellen, Brian C. [US-US]" userId="5d1ce5b9-f372-4b01-a2bb-24d7ad25d806" providerId="ADAL" clId="{708D641B-74B9-42CA-B124-30041B69659B}" dt="2026-07-16T12:59:32.766" v="4128" actId="1038"/>
          <ac:spMkLst>
            <pc:docMk/>
            <pc:sldMk cId="3698682880" sldId="260"/>
            <ac:spMk id="92" creationId="{5F47C6AF-5F6E-4AEA-3BDB-97FCB4125D85}"/>
          </ac:spMkLst>
        </pc:spChg>
        <pc:spChg chg="mod">
          <ac:chgData name="Mellen, Brian C. [US-US]" userId="5d1ce5b9-f372-4b01-a2bb-24d7ad25d806" providerId="ADAL" clId="{708D641B-74B9-42CA-B124-30041B69659B}" dt="2026-07-16T12:59:42.221" v="4206" actId="1038"/>
          <ac:spMkLst>
            <pc:docMk/>
            <pc:sldMk cId="3698682880" sldId="260"/>
            <ac:spMk id="93" creationId="{11ABB086-4C07-D082-5B05-D3AFCABB16DD}"/>
          </ac:spMkLst>
        </pc:spChg>
        <pc:spChg chg="mod">
          <ac:chgData name="Mellen, Brian C. [US-US]" userId="5d1ce5b9-f372-4b01-a2bb-24d7ad25d806" providerId="ADAL" clId="{708D641B-74B9-42CA-B124-30041B69659B}" dt="2026-07-16T12:59:32.766" v="4128" actId="1038"/>
          <ac:spMkLst>
            <pc:docMk/>
            <pc:sldMk cId="3698682880" sldId="260"/>
            <ac:spMk id="94" creationId="{DF302231-26C3-FF88-13B7-20C1FDA06C91}"/>
          </ac:spMkLst>
        </pc:spChg>
        <pc:spChg chg="mod">
          <ac:chgData name="Mellen, Brian C. [US-US]" userId="5d1ce5b9-f372-4b01-a2bb-24d7ad25d806" providerId="ADAL" clId="{708D641B-74B9-42CA-B124-30041B69659B}" dt="2026-07-16T13:32:53.178" v="4700" actId="1076"/>
          <ac:spMkLst>
            <pc:docMk/>
            <pc:sldMk cId="3698682880" sldId="260"/>
            <ac:spMk id="98" creationId="{4AEE4454-6E73-1A3A-46F8-4D243B48B688}"/>
          </ac:spMkLst>
        </pc:spChg>
        <pc:spChg chg="mod">
          <ac:chgData name="Mellen, Brian C. [US-US]" userId="5d1ce5b9-f372-4b01-a2bb-24d7ad25d806" providerId="ADAL" clId="{708D641B-74B9-42CA-B124-30041B69659B}" dt="2026-07-16T13:32:57.819" v="4701" actId="1076"/>
          <ac:spMkLst>
            <pc:docMk/>
            <pc:sldMk cId="3698682880" sldId="260"/>
            <ac:spMk id="99" creationId="{CF0677B3-FA7B-1FF7-2530-737E7114A599}"/>
          </ac:spMkLst>
        </pc:spChg>
        <pc:spChg chg="mod">
          <ac:chgData name="Mellen, Brian C. [US-US]" userId="5d1ce5b9-f372-4b01-a2bb-24d7ad25d806" providerId="ADAL" clId="{708D641B-74B9-42CA-B124-30041B69659B}" dt="2026-07-16T13:30:15.678" v="4578" actId="1037"/>
          <ac:spMkLst>
            <pc:docMk/>
            <pc:sldMk cId="3698682880" sldId="260"/>
            <ac:spMk id="100" creationId="{5935438A-9A72-2217-9F1B-1A2A757CADFB}"/>
          </ac:spMkLst>
        </pc:spChg>
        <pc:spChg chg="mod">
          <ac:chgData name="Mellen, Brian C. [US-US]" userId="5d1ce5b9-f372-4b01-a2bb-24d7ad25d806" providerId="ADAL" clId="{708D641B-74B9-42CA-B124-30041B69659B}" dt="2026-07-16T13:34:26.293" v="4736" actId="1076"/>
          <ac:spMkLst>
            <pc:docMk/>
            <pc:sldMk cId="3698682880" sldId="260"/>
            <ac:spMk id="101" creationId="{2C94741A-B63D-85D8-EB6A-8ABB98C6222B}"/>
          </ac:spMkLst>
        </pc:spChg>
        <pc:spChg chg="mod">
          <ac:chgData name="Mellen, Brian C. [US-US]" userId="5d1ce5b9-f372-4b01-a2bb-24d7ad25d806" providerId="ADAL" clId="{708D641B-74B9-42CA-B124-30041B69659B}" dt="2026-07-16T13:35:01.297" v="4744" actId="14100"/>
          <ac:spMkLst>
            <pc:docMk/>
            <pc:sldMk cId="3698682880" sldId="260"/>
            <ac:spMk id="106" creationId="{66DDFD5F-7839-5270-4735-7DA5E67D5890}"/>
          </ac:spMkLst>
        </pc:spChg>
        <pc:spChg chg="mod">
          <ac:chgData name="Mellen, Brian C. [US-US]" userId="5d1ce5b9-f372-4b01-a2bb-24d7ad25d806" providerId="ADAL" clId="{708D641B-74B9-42CA-B124-30041B69659B}" dt="2026-07-16T13:35:07.530" v="4746" actId="207"/>
          <ac:spMkLst>
            <pc:docMk/>
            <pc:sldMk cId="3698682880" sldId="260"/>
            <ac:spMk id="107" creationId="{9266F2F2-26F3-A3DB-35F4-EE9316E016A1}"/>
          </ac:spMkLst>
        </pc:spChg>
        <pc:spChg chg="mod">
          <ac:chgData name="Mellen, Brian C. [US-US]" userId="5d1ce5b9-f372-4b01-a2bb-24d7ad25d806" providerId="ADAL" clId="{708D641B-74B9-42CA-B124-30041B69659B}" dt="2026-07-16T13:35:23.356" v="4796" actId="1038"/>
          <ac:spMkLst>
            <pc:docMk/>
            <pc:sldMk cId="3698682880" sldId="260"/>
            <ac:spMk id="108" creationId="{77A00001-10E7-4BA0-0598-885F7F54B9CB}"/>
          </ac:spMkLst>
        </pc:spChg>
        <pc:spChg chg="mod">
          <ac:chgData name="Mellen, Brian C. [US-US]" userId="5d1ce5b9-f372-4b01-a2bb-24d7ad25d806" providerId="ADAL" clId="{708D641B-74B9-42CA-B124-30041B69659B}" dt="2026-07-16T13:36:26.738" v="4871" actId="207"/>
          <ac:spMkLst>
            <pc:docMk/>
            <pc:sldMk cId="3698682880" sldId="260"/>
            <ac:spMk id="109" creationId="{BF8EF243-EA4E-A24C-6408-B4DDED41412D}"/>
          </ac:spMkLst>
        </pc:spChg>
        <pc:spChg chg="add del mod">
          <ac:chgData name="Mellen, Brian C. [US-US]" userId="5d1ce5b9-f372-4b01-a2bb-24d7ad25d806" providerId="ADAL" clId="{708D641B-74B9-42CA-B124-30041B69659B}" dt="2026-07-20T15:32:04.352" v="7468" actId="478"/>
          <ac:spMkLst>
            <pc:docMk/>
            <pc:sldMk cId="3698682880" sldId="260"/>
            <ac:spMk id="110" creationId="{58167C00-32C4-9C06-6575-630AE51C55A3}"/>
          </ac:spMkLst>
        </pc:spChg>
        <pc:spChg chg="mod">
          <ac:chgData name="Mellen, Brian C. [US-US]" userId="5d1ce5b9-f372-4b01-a2bb-24d7ad25d806" providerId="ADAL" clId="{708D641B-74B9-42CA-B124-30041B69659B}" dt="2026-07-16T13:35:23.356" v="4796" actId="1038"/>
          <ac:spMkLst>
            <pc:docMk/>
            <pc:sldMk cId="3698682880" sldId="260"/>
            <ac:spMk id="111" creationId="{813A547B-6418-55AF-AFEE-46498490A104}"/>
          </ac:spMkLst>
        </pc:spChg>
        <pc:spChg chg="add del">
          <ac:chgData name="Mellen, Brian C. [US-US]" userId="5d1ce5b9-f372-4b01-a2bb-24d7ad25d806" providerId="ADAL" clId="{708D641B-74B9-42CA-B124-30041B69659B}" dt="2026-07-20T15:32:04.352" v="7468" actId="478"/>
          <ac:spMkLst>
            <pc:docMk/>
            <pc:sldMk cId="3698682880" sldId="260"/>
            <ac:spMk id="114" creationId="{051833B4-FDBC-2BD6-9F42-A66911032CB6}"/>
          </ac:spMkLst>
        </pc:spChg>
        <pc:spChg chg="mod">
          <ac:chgData name="Mellen, Brian C. [US-US]" userId="5d1ce5b9-f372-4b01-a2bb-24d7ad25d806" providerId="ADAL" clId="{708D641B-74B9-42CA-B124-30041B69659B}" dt="2026-07-16T13:19:40.590" v="4305" actId="1038"/>
          <ac:spMkLst>
            <pc:docMk/>
            <pc:sldMk cId="3698682880" sldId="260"/>
            <ac:spMk id="126" creationId="{9C098FF5-0DE9-7511-1D82-B072B4CD5E63}"/>
          </ac:spMkLst>
        </pc:spChg>
        <pc:spChg chg="mod">
          <ac:chgData name="Mellen, Brian C. [US-US]" userId="5d1ce5b9-f372-4b01-a2bb-24d7ad25d806" providerId="ADAL" clId="{708D641B-74B9-42CA-B124-30041B69659B}" dt="2026-07-16T13:19:40.590" v="4305" actId="1038"/>
          <ac:spMkLst>
            <pc:docMk/>
            <pc:sldMk cId="3698682880" sldId="260"/>
            <ac:spMk id="127" creationId="{7E8F8125-33CC-B7CD-3658-F5748FFAE340}"/>
          </ac:spMkLst>
        </pc:spChg>
        <pc:spChg chg="add del mod">
          <ac:chgData name="Mellen, Brian C. [US-US]" userId="5d1ce5b9-f372-4b01-a2bb-24d7ad25d806" providerId="ADAL" clId="{708D641B-74B9-42CA-B124-30041B69659B}" dt="2026-07-20T15:32:04.352" v="7468" actId="478"/>
          <ac:spMkLst>
            <pc:docMk/>
            <pc:sldMk cId="3698682880" sldId="260"/>
            <ac:spMk id="130" creationId="{DB8A0B5A-FCC5-33D3-00B6-644B77093C11}"/>
          </ac:spMkLst>
        </pc:spChg>
        <pc:spChg chg="add del mod">
          <ac:chgData name="Mellen, Brian C. [US-US]" userId="5d1ce5b9-f372-4b01-a2bb-24d7ad25d806" providerId="ADAL" clId="{708D641B-74B9-42CA-B124-30041B69659B}" dt="2026-07-20T15:32:04.352" v="7468" actId="478"/>
          <ac:spMkLst>
            <pc:docMk/>
            <pc:sldMk cId="3698682880" sldId="260"/>
            <ac:spMk id="131" creationId="{B942A4D8-7C1E-F2EA-7144-9D04033AA95A}"/>
          </ac:spMkLst>
        </pc:spChg>
        <pc:spChg chg="mod">
          <ac:chgData name="Mellen, Brian C. [US-US]" userId="5d1ce5b9-f372-4b01-a2bb-24d7ad25d806" providerId="ADAL" clId="{708D641B-74B9-42CA-B124-30041B69659B}" dt="2026-07-16T13:15:24.558" v="4212" actId="14100"/>
          <ac:spMkLst>
            <pc:docMk/>
            <pc:sldMk cId="3698682880" sldId="260"/>
            <ac:spMk id="146" creationId="{B3DE3310-D8B0-F077-37EE-E5D8F29D0D95}"/>
          </ac:spMkLst>
        </pc:spChg>
        <pc:spChg chg="mod">
          <ac:chgData name="Mellen, Brian C. [US-US]" userId="5d1ce5b9-f372-4b01-a2bb-24d7ad25d806" providerId="ADAL" clId="{708D641B-74B9-42CA-B124-30041B69659B}" dt="2026-07-16T12:58:24.742" v="4043" actId="207"/>
          <ac:spMkLst>
            <pc:docMk/>
            <pc:sldMk cId="3698682880" sldId="260"/>
            <ac:spMk id="147" creationId="{24A59839-E41D-D9E4-CDF9-ACA36DFE497B}"/>
          </ac:spMkLst>
        </pc:spChg>
        <pc:cxnChg chg="mod">
          <ac:chgData name="Mellen, Brian C. [US-US]" userId="5d1ce5b9-f372-4b01-a2bb-24d7ad25d806" providerId="ADAL" clId="{708D641B-74B9-42CA-B124-30041B69659B}" dt="2026-07-16T13:00:43.046" v="4210" actId="14100"/>
          <ac:cxnSpMkLst>
            <pc:docMk/>
            <pc:sldMk cId="3698682880" sldId="260"/>
            <ac:cxnSpMk id="47" creationId="{4817B313-2DA6-CF07-1A56-F023C824957E}"/>
          </ac:cxnSpMkLst>
        </pc:cxnChg>
        <pc:cxnChg chg="mod">
          <ac:chgData name="Mellen, Brian C. [US-US]" userId="5d1ce5b9-f372-4b01-a2bb-24d7ad25d806" providerId="ADAL" clId="{708D641B-74B9-42CA-B124-30041B69659B}" dt="2026-07-16T13:20:42.980" v="4307" actId="14100"/>
          <ac:cxnSpMkLst>
            <pc:docMk/>
            <pc:sldMk cId="3698682880" sldId="260"/>
            <ac:cxnSpMk id="136" creationId="{E836B4CD-D173-2CCA-0007-42F0B5C5C4F6}"/>
          </ac:cxnSpMkLst>
        </pc:cxnChg>
        <pc:cxnChg chg="mod">
          <ac:chgData name="Mellen, Brian C. [US-US]" userId="5d1ce5b9-f372-4b01-a2bb-24d7ad25d806" providerId="ADAL" clId="{708D641B-74B9-42CA-B124-30041B69659B}" dt="2026-07-16T13:30:10.877" v="4554" actId="1076"/>
          <ac:cxnSpMkLst>
            <pc:docMk/>
            <pc:sldMk cId="3698682880" sldId="260"/>
            <ac:cxnSpMk id="137" creationId="{7572E679-1CA4-0EEA-D088-E9E5DE5E9FA1}"/>
          </ac:cxnSpMkLst>
        </pc:cxnChg>
        <pc:cxnChg chg="mod">
          <ac:chgData name="Mellen, Brian C. [US-US]" userId="5d1ce5b9-f372-4b01-a2bb-24d7ad25d806" providerId="ADAL" clId="{708D641B-74B9-42CA-B124-30041B69659B}" dt="2026-07-16T13:31:36.626" v="4682" actId="14100"/>
          <ac:cxnSpMkLst>
            <pc:docMk/>
            <pc:sldMk cId="3698682880" sldId="260"/>
            <ac:cxnSpMk id="139" creationId="{EE80E142-C786-CCD7-8DAE-1A3BC1BAB244}"/>
          </ac:cxnSpMkLst>
        </pc:cxnChg>
        <pc:cxnChg chg="mod">
          <ac:chgData name="Mellen, Brian C. [US-US]" userId="5d1ce5b9-f372-4b01-a2bb-24d7ad25d806" providerId="ADAL" clId="{708D641B-74B9-42CA-B124-30041B69659B}" dt="2026-07-16T13:36:21.435" v="4870" actId="478"/>
          <ac:cxnSpMkLst>
            <pc:docMk/>
            <pc:sldMk cId="3698682880" sldId="260"/>
            <ac:cxnSpMk id="140" creationId="{CE112BB6-3B5A-CE0E-CAF0-3E152F0984FE}"/>
          </ac:cxnSpMkLst>
        </pc:cxnChg>
      </pc:sldChg>
      <pc:sldChg chg="addSp delSp modSp add mod">
        <pc:chgData name="Mellen, Brian C. [US-US]" userId="5d1ce5b9-f372-4b01-a2bb-24d7ad25d806" providerId="ADAL" clId="{708D641B-74B9-42CA-B124-30041B69659B}" dt="2026-07-20T17:43:16.952" v="7513" actId="478"/>
        <pc:sldMkLst>
          <pc:docMk/>
          <pc:sldMk cId="1039640096" sldId="261"/>
        </pc:sldMkLst>
        <pc:spChg chg="add del">
          <ac:chgData name="Mellen, Brian C. [US-US]" userId="5d1ce5b9-f372-4b01-a2bb-24d7ad25d806" providerId="ADAL" clId="{708D641B-74B9-42CA-B124-30041B69659B}" dt="2026-07-20T17:43:16.952" v="7513" actId="478"/>
          <ac:spMkLst>
            <pc:docMk/>
            <pc:sldMk cId="1039640096" sldId="261"/>
            <ac:spMk id="7" creationId="{67AD0E25-5EB8-063B-D093-3E703A745530}"/>
          </ac:spMkLst>
        </pc:spChg>
        <pc:spChg chg="add del">
          <ac:chgData name="Mellen, Brian C. [US-US]" userId="5d1ce5b9-f372-4b01-a2bb-24d7ad25d806" providerId="ADAL" clId="{708D641B-74B9-42CA-B124-30041B69659B}" dt="2026-07-20T17:43:16.952" v="7513" actId="478"/>
          <ac:spMkLst>
            <pc:docMk/>
            <pc:sldMk cId="1039640096" sldId="261"/>
            <ac:spMk id="15" creationId="{69CBAD8F-3EBC-7612-F0A4-EDF72D772032}"/>
          </ac:spMkLst>
        </pc:spChg>
        <pc:spChg chg="mod">
          <ac:chgData name="Mellen, Brian C. [US-US]" userId="5d1ce5b9-f372-4b01-a2bb-24d7ad25d806" providerId="ADAL" clId="{708D641B-74B9-42CA-B124-30041B69659B}" dt="2026-07-16T13:37:14.565" v="4894" actId="20577"/>
          <ac:spMkLst>
            <pc:docMk/>
            <pc:sldMk cId="1039640096" sldId="261"/>
            <ac:spMk id="18" creationId="{893A92EE-6592-B37F-1E27-1F137B3F3AAD}"/>
          </ac:spMkLst>
        </pc:spChg>
        <pc:spChg chg="add del">
          <ac:chgData name="Mellen, Brian C. [US-US]" userId="5d1ce5b9-f372-4b01-a2bb-24d7ad25d806" providerId="ADAL" clId="{708D641B-74B9-42CA-B124-30041B69659B}" dt="2026-07-20T17:43:16.952" v="7513" actId="478"/>
          <ac:spMkLst>
            <pc:docMk/>
            <pc:sldMk cId="1039640096" sldId="261"/>
            <ac:spMk id="22" creationId="{B7785734-6E47-6D11-B9C4-22792CB49DD8}"/>
          </ac:spMkLst>
        </pc:spChg>
        <pc:spChg chg="add del">
          <ac:chgData name="Mellen, Brian C. [US-US]" userId="5d1ce5b9-f372-4b01-a2bb-24d7ad25d806" providerId="ADAL" clId="{708D641B-74B9-42CA-B124-30041B69659B}" dt="2026-07-20T17:43:16.952" v="7513" actId="478"/>
          <ac:spMkLst>
            <pc:docMk/>
            <pc:sldMk cId="1039640096" sldId="261"/>
            <ac:spMk id="27" creationId="{F6356427-BCF9-F057-AE78-6F2BB6431896}"/>
          </ac:spMkLst>
        </pc:spChg>
        <pc:spChg chg="mod">
          <ac:chgData name="Mellen, Brian C. [US-US]" userId="5d1ce5b9-f372-4b01-a2bb-24d7ad25d806" providerId="ADAL" clId="{708D641B-74B9-42CA-B124-30041B69659B}" dt="2026-07-20T15:32:24.369" v="7486" actId="20577"/>
          <ac:spMkLst>
            <pc:docMk/>
            <pc:sldMk cId="1039640096" sldId="261"/>
            <ac:spMk id="29" creationId="{F2939CE6-B156-286B-E12A-49756FCD8E8B}"/>
          </ac:spMkLst>
        </pc:spChg>
        <pc:spChg chg="add del">
          <ac:chgData name="Mellen, Brian C. [US-US]" userId="5d1ce5b9-f372-4b01-a2bb-24d7ad25d806" providerId="ADAL" clId="{708D641B-74B9-42CA-B124-30041B69659B}" dt="2026-07-20T17:43:16.952" v="7513" actId="478"/>
          <ac:spMkLst>
            <pc:docMk/>
            <pc:sldMk cId="1039640096" sldId="261"/>
            <ac:spMk id="31" creationId="{5EF78582-697E-CF96-71E8-D2DEE9335450}"/>
          </ac:spMkLst>
        </pc:spChg>
        <pc:spChg chg="add del">
          <ac:chgData name="Mellen, Brian C. [US-US]" userId="5d1ce5b9-f372-4b01-a2bb-24d7ad25d806" providerId="ADAL" clId="{708D641B-74B9-42CA-B124-30041B69659B}" dt="2026-07-20T17:43:16.952" v="7513" actId="478"/>
          <ac:spMkLst>
            <pc:docMk/>
            <pc:sldMk cId="1039640096" sldId="261"/>
            <ac:spMk id="66" creationId="{DD7744FE-4155-8B48-FC04-10AD3F7F82D3}"/>
          </ac:spMkLst>
        </pc:spChg>
        <pc:spChg chg="add del">
          <ac:chgData name="Mellen, Brian C. [US-US]" userId="5d1ce5b9-f372-4b01-a2bb-24d7ad25d806" providerId="ADAL" clId="{708D641B-74B9-42CA-B124-30041B69659B}" dt="2026-07-20T17:43:16.952" v="7513" actId="478"/>
          <ac:spMkLst>
            <pc:docMk/>
            <pc:sldMk cId="1039640096" sldId="261"/>
            <ac:spMk id="70" creationId="{BDD8883E-4D31-AE94-AF56-EE371274B77C}"/>
          </ac:spMkLst>
        </pc:spChg>
        <pc:spChg chg="add del">
          <ac:chgData name="Mellen, Brian C. [US-US]" userId="5d1ce5b9-f372-4b01-a2bb-24d7ad25d806" providerId="ADAL" clId="{708D641B-74B9-42CA-B124-30041B69659B}" dt="2026-07-20T17:43:16.952" v="7513" actId="478"/>
          <ac:spMkLst>
            <pc:docMk/>
            <pc:sldMk cId="1039640096" sldId="261"/>
            <ac:spMk id="71" creationId="{36235701-B695-1DE4-80D9-A6D16AA61FB7}"/>
          </ac:spMkLst>
        </pc:spChg>
        <pc:spChg chg="add del">
          <ac:chgData name="Mellen, Brian C. [US-US]" userId="5d1ce5b9-f372-4b01-a2bb-24d7ad25d806" providerId="ADAL" clId="{708D641B-74B9-42CA-B124-30041B69659B}" dt="2026-07-20T17:43:16.952" v="7513" actId="478"/>
          <ac:spMkLst>
            <pc:docMk/>
            <pc:sldMk cId="1039640096" sldId="261"/>
            <ac:spMk id="107" creationId="{8C517066-AB64-2FB3-699E-9075497540C4}"/>
          </ac:spMkLst>
        </pc:spChg>
        <pc:spChg chg="add del">
          <ac:chgData name="Mellen, Brian C. [US-US]" userId="5d1ce5b9-f372-4b01-a2bb-24d7ad25d806" providerId="ADAL" clId="{708D641B-74B9-42CA-B124-30041B69659B}" dt="2026-07-20T17:43:16.952" v="7513" actId="478"/>
          <ac:spMkLst>
            <pc:docMk/>
            <pc:sldMk cId="1039640096" sldId="261"/>
            <ac:spMk id="114" creationId="{774D1DDE-F485-CDB9-71A4-9C3013C24253}"/>
          </ac:spMkLst>
        </pc:spChg>
        <pc:spChg chg="mod">
          <ac:chgData name="Mellen, Brian C. [US-US]" userId="5d1ce5b9-f372-4b01-a2bb-24d7ad25d806" providerId="ADAL" clId="{708D641B-74B9-42CA-B124-30041B69659B}" dt="2026-07-16T13:59:21.166" v="4970" actId="20577"/>
          <ac:spMkLst>
            <pc:docMk/>
            <pc:sldMk cId="1039640096" sldId="261"/>
            <ac:spMk id="147" creationId="{ABCFB63C-7EE8-EFE4-6D5B-247D2FA68110}"/>
          </ac:spMkLst>
        </pc:spChg>
      </pc:sldChg>
      <pc:sldChg chg="addSp delSp modSp add mod">
        <pc:chgData name="Mellen, Brian C. [US-US]" userId="5d1ce5b9-f372-4b01-a2bb-24d7ad25d806" providerId="ADAL" clId="{708D641B-74B9-42CA-B124-30041B69659B}" dt="2026-07-17T12:44:11.147" v="5848" actId="1076"/>
        <pc:sldMkLst>
          <pc:docMk/>
          <pc:sldMk cId="2352087014" sldId="262"/>
        </pc:sldMkLst>
        <pc:spChg chg="add mod">
          <ac:chgData name="Mellen, Brian C. [US-US]" userId="5d1ce5b9-f372-4b01-a2bb-24d7ad25d806" providerId="ADAL" clId="{708D641B-74B9-42CA-B124-30041B69659B}" dt="2026-07-17T12:40:57.596" v="5813" actId="1076"/>
          <ac:spMkLst>
            <pc:docMk/>
            <pc:sldMk cId="2352087014" sldId="262"/>
            <ac:spMk id="11" creationId="{67EC44B0-95A8-0ECB-3781-6AA639798D03}"/>
          </ac:spMkLst>
        </pc:spChg>
        <pc:spChg chg="add mod">
          <ac:chgData name="Mellen, Brian C. [US-US]" userId="5d1ce5b9-f372-4b01-a2bb-24d7ad25d806" providerId="ADAL" clId="{708D641B-74B9-42CA-B124-30041B69659B}" dt="2026-07-17T12:41:05.492" v="5814" actId="1076"/>
          <ac:spMkLst>
            <pc:docMk/>
            <pc:sldMk cId="2352087014" sldId="262"/>
            <ac:spMk id="12" creationId="{15607A94-C893-9E6A-ECFF-E85A5E5DAF49}"/>
          </ac:spMkLst>
        </pc:spChg>
        <pc:spChg chg="mod">
          <ac:chgData name="Mellen, Brian C. [US-US]" userId="5d1ce5b9-f372-4b01-a2bb-24d7ad25d806" providerId="ADAL" clId="{708D641B-74B9-42CA-B124-30041B69659B}" dt="2026-07-17T12:38:11.414" v="5661" actId="20577"/>
          <ac:spMkLst>
            <pc:docMk/>
            <pc:sldMk cId="2352087014" sldId="262"/>
            <ac:spMk id="18" creationId="{1C5E77A5-1BEC-DAB9-4CE5-5DC08E5E76B8}"/>
          </ac:spMkLst>
        </pc:spChg>
        <pc:spChg chg="mod">
          <ac:chgData name="Mellen, Brian C. [US-US]" userId="5d1ce5b9-f372-4b01-a2bb-24d7ad25d806" providerId="ADAL" clId="{708D641B-74B9-42CA-B124-30041B69659B}" dt="2026-07-17T12:38:42.272" v="5672" actId="20577"/>
          <ac:spMkLst>
            <pc:docMk/>
            <pc:sldMk cId="2352087014" sldId="262"/>
            <ac:spMk id="19" creationId="{DD0E2C23-6B4A-EE9E-FC58-9458D71083C1}"/>
          </ac:spMkLst>
        </pc:spChg>
        <pc:spChg chg="mod">
          <ac:chgData name="Mellen, Brian C. [US-US]" userId="5d1ce5b9-f372-4b01-a2bb-24d7ad25d806" providerId="ADAL" clId="{708D641B-74B9-42CA-B124-30041B69659B}" dt="2026-07-17T12:38:54.839" v="5695" actId="20577"/>
          <ac:spMkLst>
            <pc:docMk/>
            <pc:sldMk cId="2352087014" sldId="262"/>
            <ac:spMk id="20" creationId="{D4612AC2-9846-6E6A-D73E-3B1419960BBE}"/>
          </ac:spMkLst>
        </pc:spChg>
        <pc:spChg chg="mod">
          <ac:chgData name="Mellen, Brian C. [US-US]" userId="5d1ce5b9-f372-4b01-a2bb-24d7ad25d806" providerId="ADAL" clId="{708D641B-74B9-42CA-B124-30041B69659B}" dt="2026-07-17T12:44:11.147" v="5848" actId="1076"/>
          <ac:spMkLst>
            <pc:docMk/>
            <pc:sldMk cId="2352087014" sldId="262"/>
            <ac:spMk id="29" creationId="{7E2C4B71-D4A1-E20B-71CF-6F0E4CE89295}"/>
          </ac:spMkLst>
        </pc:spChg>
        <pc:spChg chg="add mod">
          <ac:chgData name="Mellen, Brian C. [US-US]" userId="5d1ce5b9-f372-4b01-a2bb-24d7ad25d806" providerId="ADAL" clId="{708D641B-74B9-42CA-B124-30041B69659B}" dt="2026-07-17T12:40:57.596" v="5813" actId="1076"/>
          <ac:spMkLst>
            <pc:docMk/>
            <pc:sldMk cId="2352087014" sldId="262"/>
            <ac:spMk id="39" creationId="{40234B87-A2B4-6FC1-1190-1314CF1BE36B}"/>
          </ac:spMkLst>
        </pc:spChg>
        <pc:spChg chg="add mod">
          <ac:chgData name="Mellen, Brian C. [US-US]" userId="5d1ce5b9-f372-4b01-a2bb-24d7ad25d806" providerId="ADAL" clId="{708D641B-74B9-42CA-B124-30041B69659B}" dt="2026-07-17T12:41:05.492" v="5814" actId="1076"/>
          <ac:spMkLst>
            <pc:docMk/>
            <pc:sldMk cId="2352087014" sldId="262"/>
            <ac:spMk id="42" creationId="{18462059-8FFB-9761-5886-DB2A4F3456F6}"/>
          </ac:spMkLst>
        </pc:spChg>
        <pc:spChg chg="add mod">
          <ac:chgData name="Mellen, Brian C. [US-US]" userId="5d1ce5b9-f372-4b01-a2bb-24d7ad25d806" providerId="ADAL" clId="{708D641B-74B9-42CA-B124-30041B69659B}" dt="2026-07-17T12:40:31.240" v="5812" actId="1076"/>
          <ac:spMkLst>
            <pc:docMk/>
            <pc:sldMk cId="2352087014" sldId="262"/>
            <ac:spMk id="50" creationId="{107FC0A2-A2B5-4B13-F541-F0F9A24C4FCC}"/>
          </ac:spMkLst>
        </pc:spChg>
        <pc:spChg chg="add mod">
          <ac:chgData name="Mellen, Brian C. [US-US]" userId="5d1ce5b9-f372-4b01-a2bb-24d7ad25d806" providerId="ADAL" clId="{708D641B-74B9-42CA-B124-30041B69659B}" dt="2026-07-17T12:40:31.240" v="5812" actId="1076"/>
          <ac:spMkLst>
            <pc:docMk/>
            <pc:sldMk cId="2352087014" sldId="262"/>
            <ac:spMk id="51" creationId="{85ECB8C5-C43F-A59C-DB6E-A905797EC049}"/>
          </ac:spMkLst>
        </pc:spChg>
        <pc:spChg chg="add mod">
          <ac:chgData name="Mellen, Brian C. [US-US]" userId="5d1ce5b9-f372-4b01-a2bb-24d7ad25d806" providerId="ADAL" clId="{708D641B-74B9-42CA-B124-30041B69659B}" dt="2026-07-17T12:42:50.889" v="5817" actId="1076"/>
          <ac:spMkLst>
            <pc:docMk/>
            <pc:sldMk cId="2352087014" sldId="262"/>
            <ac:spMk id="52" creationId="{007798AA-3C15-374D-3607-31C4D2A96857}"/>
          </ac:spMkLst>
        </pc:spChg>
        <pc:spChg chg="add mod">
          <ac:chgData name="Mellen, Brian C. [US-US]" userId="5d1ce5b9-f372-4b01-a2bb-24d7ad25d806" providerId="ADAL" clId="{708D641B-74B9-42CA-B124-30041B69659B}" dt="2026-07-17T12:42:50.889" v="5817" actId="1076"/>
          <ac:spMkLst>
            <pc:docMk/>
            <pc:sldMk cId="2352087014" sldId="262"/>
            <ac:spMk id="53" creationId="{3B09AAD4-6459-2C59-109B-26237B4EE56C}"/>
          </ac:spMkLst>
        </pc:spChg>
        <pc:spChg chg="add mod">
          <ac:chgData name="Mellen, Brian C. [US-US]" userId="5d1ce5b9-f372-4b01-a2bb-24d7ad25d806" providerId="ADAL" clId="{708D641B-74B9-42CA-B124-30041B69659B}" dt="2026-07-17T12:43:17.366" v="5819" actId="1076"/>
          <ac:spMkLst>
            <pc:docMk/>
            <pc:sldMk cId="2352087014" sldId="262"/>
            <ac:spMk id="54" creationId="{5ACACBDE-0702-0BC5-19A4-09849CD5FDCD}"/>
          </ac:spMkLst>
        </pc:spChg>
        <pc:spChg chg="add mod">
          <ac:chgData name="Mellen, Brian C. [US-US]" userId="5d1ce5b9-f372-4b01-a2bb-24d7ad25d806" providerId="ADAL" clId="{708D641B-74B9-42CA-B124-30041B69659B}" dt="2026-07-17T12:43:17.366" v="5819" actId="1076"/>
          <ac:spMkLst>
            <pc:docMk/>
            <pc:sldMk cId="2352087014" sldId="262"/>
            <ac:spMk id="55" creationId="{4C4E9C84-3C0A-5B46-4A9E-94A853FF7F85}"/>
          </ac:spMkLst>
        </pc:spChg>
        <pc:spChg chg="mod">
          <ac:chgData name="Mellen, Brian C. [US-US]" userId="5d1ce5b9-f372-4b01-a2bb-24d7ad25d806" providerId="ADAL" clId="{708D641B-74B9-42CA-B124-30041B69659B}" dt="2026-07-17T12:43:51.751" v="5831" actId="20577"/>
          <ac:spMkLst>
            <pc:docMk/>
            <pc:sldMk cId="2352087014" sldId="262"/>
            <ac:spMk id="147" creationId="{40F072AF-FE4C-9E55-58C6-D358AEA56A81}"/>
          </ac:spMkLst>
        </pc:spChg>
        <pc:cxnChg chg="mod">
          <ac:chgData name="Mellen, Brian C. [US-US]" userId="5d1ce5b9-f372-4b01-a2bb-24d7ad25d806" providerId="ADAL" clId="{708D641B-74B9-42CA-B124-30041B69659B}" dt="2026-07-17T12:43:37.104" v="5823" actId="14100"/>
          <ac:cxnSpMkLst>
            <pc:docMk/>
            <pc:sldMk cId="2352087014" sldId="262"/>
            <ac:cxnSpMk id="47" creationId="{B346183C-3A97-6830-E83B-6A9C18D068BA}"/>
          </ac:cxnSpMkLst>
        </pc:cxnChg>
        <pc:cxnChg chg="mod">
          <ac:chgData name="Mellen, Brian C. [US-US]" userId="5d1ce5b9-f372-4b01-a2bb-24d7ad25d806" providerId="ADAL" clId="{708D641B-74B9-42CA-B124-30041B69659B}" dt="2026-07-17T12:43:30.953" v="5822" actId="14100"/>
          <ac:cxnSpMkLst>
            <pc:docMk/>
            <pc:sldMk cId="2352087014" sldId="262"/>
            <ac:cxnSpMk id="136" creationId="{B0E9527C-4390-751C-55AB-6643635115A0}"/>
          </ac:cxnSpMkLst>
        </pc:cxnChg>
      </pc:sldChg>
      <pc:sldChg chg="addSp delSp modSp add mod">
        <pc:chgData name="Mellen, Brian C. [US-US]" userId="5d1ce5b9-f372-4b01-a2bb-24d7ad25d806" providerId="ADAL" clId="{708D641B-74B9-42CA-B124-30041B69659B}" dt="2026-07-17T13:36:43.064" v="7370" actId="20577"/>
        <pc:sldMkLst>
          <pc:docMk/>
          <pc:sldMk cId="4035727530" sldId="263"/>
        </pc:sldMkLst>
        <pc:spChg chg="add mod">
          <ac:chgData name="Mellen, Brian C. [US-US]" userId="5d1ce5b9-f372-4b01-a2bb-24d7ad25d806" providerId="ADAL" clId="{708D641B-74B9-42CA-B124-30041B69659B}" dt="2026-07-17T13:06:11.883" v="5924" actId="33524"/>
          <ac:spMkLst>
            <pc:docMk/>
            <pc:sldMk cId="4035727530" sldId="263"/>
            <ac:spMk id="7" creationId="{F35C6067-6941-400A-76FC-8C336D7337B1}"/>
          </ac:spMkLst>
        </pc:spChg>
        <pc:spChg chg="add mod">
          <ac:chgData name="Mellen, Brian C. [US-US]" userId="5d1ce5b9-f372-4b01-a2bb-24d7ad25d806" providerId="ADAL" clId="{708D641B-74B9-42CA-B124-30041B69659B}" dt="2026-07-17T13:05:14.903" v="5871" actId="207"/>
          <ac:spMkLst>
            <pc:docMk/>
            <pc:sldMk cId="4035727530" sldId="263"/>
            <ac:spMk id="13" creationId="{29F7AB82-4E8D-1122-18DC-2BD4596FE118}"/>
          </ac:spMkLst>
        </pc:spChg>
        <pc:spChg chg="mod">
          <ac:chgData name="Mellen, Brian C. [US-US]" userId="5d1ce5b9-f372-4b01-a2bb-24d7ad25d806" providerId="ADAL" clId="{708D641B-74B9-42CA-B124-30041B69659B}" dt="2026-07-17T13:36:43.064" v="7370" actId="20577"/>
          <ac:spMkLst>
            <pc:docMk/>
            <pc:sldMk cId="4035727530" sldId="263"/>
            <ac:spMk id="29" creationId="{E89C24FF-4C7B-2AA6-4223-757C4E9E6698}"/>
          </ac:spMkLst>
        </pc:spChg>
      </pc:sldChg>
      <pc:sldChg chg="addSp delSp modSp add mod">
        <pc:chgData name="Mellen, Brian C. [US-US]" userId="5d1ce5b9-f372-4b01-a2bb-24d7ad25d806" providerId="ADAL" clId="{708D641B-74B9-42CA-B124-30041B69659B}" dt="2026-07-17T13:35:49.255" v="7364" actId="20577"/>
        <pc:sldMkLst>
          <pc:docMk/>
          <pc:sldMk cId="4170985715" sldId="264"/>
        </pc:sldMkLst>
        <pc:spChg chg="add mod">
          <ac:chgData name="Mellen, Brian C. [US-US]" userId="5d1ce5b9-f372-4b01-a2bb-24d7ad25d806" providerId="ADAL" clId="{708D641B-74B9-42CA-B124-30041B69659B}" dt="2026-07-17T13:09:38.094" v="6058" actId="1076"/>
          <ac:spMkLst>
            <pc:docMk/>
            <pc:sldMk cId="4170985715" sldId="264"/>
            <ac:spMk id="7" creationId="{237CB31F-5787-8A02-AC2F-F6A5AE0D272B}"/>
          </ac:spMkLst>
        </pc:spChg>
        <pc:spChg chg="add mod">
          <ac:chgData name="Mellen, Brian C. [US-US]" userId="5d1ce5b9-f372-4b01-a2bb-24d7ad25d806" providerId="ADAL" clId="{708D641B-74B9-42CA-B124-30041B69659B}" dt="2026-07-17T13:09:29.035" v="6057" actId="14100"/>
          <ac:spMkLst>
            <pc:docMk/>
            <pc:sldMk cId="4170985715" sldId="264"/>
            <ac:spMk id="13" creationId="{72FCE6B2-7E56-8C61-7691-EB1DC6F82B3D}"/>
          </ac:spMkLst>
        </pc:spChg>
        <pc:spChg chg="mod">
          <ac:chgData name="Mellen, Brian C. [US-US]" userId="5d1ce5b9-f372-4b01-a2bb-24d7ad25d806" providerId="ADAL" clId="{708D641B-74B9-42CA-B124-30041B69659B}" dt="2026-07-17T13:35:49.255" v="7364" actId="20577"/>
          <ac:spMkLst>
            <pc:docMk/>
            <pc:sldMk cId="4170985715" sldId="264"/>
            <ac:spMk id="29" creationId="{1C88522C-2366-D79D-5962-3745F95ED603}"/>
          </ac:spMkLst>
        </pc:spChg>
      </pc:sldChg>
      <pc:sldChg chg="addSp delSp modSp add mod">
        <pc:chgData name="Mellen, Brian C. [US-US]" userId="5d1ce5b9-f372-4b01-a2bb-24d7ad25d806" providerId="ADAL" clId="{708D641B-74B9-42CA-B124-30041B69659B}" dt="2026-07-21T12:57:36.898" v="8816" actId="20577"/>
        <pc:sldMkLst>
          <pc:docMk/>
          <pc:sldMk cId="4084796761" sldId="265"/>
        </pc:sldMkLst>
        <pc:spChg chg="add mod">
          <ac:chgData name="Mellen, Brian C. [US-US]" userId="5d1ce5b9-f372-4b01-a2bb-24d7ad25d806" providerId="ADAL" clId="{708D641B-74B9-42CA-B124-30041B69659B}" dt="2026-07-17T13:10:20.765" v="6062"/>
          <ac:spMkLst>
            <pc:docMk/>
            <pc:sldMk cId="4084796761" sldId="265"/>
            <ac:spMk id="7" creationId="{F1A5173E-C09D-E31B-0892-87D1D965AAD5}"/>
          </ac:spMkLst>
        </pc:spChg>
        <pc:spChg chg="add mod">
          <ac:chgData name="Mellen, Brian C. [US-US]" userId="5d1ce5b9-f372-4b01-a2bb-24d7ad25d806" providerId="ADAL" clId="{708D641B-74B9-42CA-B124-30041B69659B}" dt="2026-07-17T13:11:51.709" v="6142" actId="20577"/>
          <ac:spMkLst>
            <pc:docMk/>
            <pc:sldMk cId="4084796761" sldId="265"/>
            <ac:spMk id="13" creationId="{1DF242AA-994E-7CAC-94F2-61877C41F64D}"/>
          </ac:spMkLst>
        </pc:spChg>
        <pc:spChg chg="add mod">
          <ac:chgData name="Mellen, Brian C. [US-US]" userId="5d1ce5b9-f372-4b01-a2bb-24d7ad25d806" providerId="ADAL" clId="{708D641B-74B9-42CA-B124-30041B69659B}" dt="2026-07-21T12:57:36.898" v="8816" actId="20577"/>
          <ac:spMkLst>
            <pc:docMk/>
            <pc:sldMk cId="4084796761" sldId="265"/>
            <ac:spMk id="15" creationId="{12A1FA8F-5536-6C8A-49A3-1912FC98E11B}"/>
          </ac:spMkLst>
        </pc:spChg>
        <pc:spChg chg="mod">
          <ac:chgData name="Mellen, Brian C. [US-US]" userId="5d1ce5b9-f372-4b01-a2bb-24d7ad25d806" providerId="ADAL" clId="{708D641B-74B9-42CA-B124-30041B69659B}" dt="2026-07-17T13:35:59.461" v="7365" actId="20577"/>
          <ac:spMkLst>
            <pc:docMk/>
            <pc:sldMk cId="4084796761" sldId="265"/>
            <ac:spMk id="29" creationId="{EC4B8727-F286-BA55-9009-C58B9A9F8143}"/>
          </ac:spMkLst>
        </pc:spChg>
      </pc:sldChg>
      <pc:sldChg chg="addSp delSp modSp add mod">
        <pc:chgData name="Mellen, Brian C. [US-US]" userId="5d1ce5b9-f372-4b01-a2bb-24d7ad25d806" providerId="ADAL" clId="{708D641B-74B9-42CA-B124-30041B69659B}" dt="2026-07-17T13:36:08.521" v="7366" actId="20577"/>
        <pc:sldMkLst>
          <pc:docMk/>
          <pc:sldMk cId="511150739" sldId="266"/>
        </pc:sldMkLst>
        <pc:spChg chg="add mod">
          <ac:chgData name="Mellen, Brian C. [US-US]" userId="5d1ce5b9-f372-4b01-a2bb-24d7ad25d806" providerId="ADAL" clId="{708D641B-74B9-42CA-B124-30041B69659B}" dt="2026-07-17T13:16:32.516" v="6438"/>
          <ac:spMkLst>
            <pc:docMk/>
            <pc:sldMk cId="511150739" sldId="266"/>
            <ac:spMk id="7" creationId="{E399ADD4-C159-C4F0-3539-3A16A4F021FE}"/>
          </ac:spMkLst>
        </pc:spChg>
        <pc:spChg chg="add mod">
          <ac:chgData name="Mellen, Brian C. [US-US]" userId="5d1ce5b9-f372-4b01-a2bb-24d7ad25d806" providerId="ADAL" clId="{708D641B-74B9-42CA-B124-30041B69659B}" dt="2026-07-17T13:16:56.407" v="6441" actId="20577"/>
          <ac:spMkLst>
            <pc:docMk/>
            <pc:sldMk cId="511150739" sldId="266"/>
            <ac:spMk id="13" creationId="{737A8B79-2E1A-2774-5CB5-D1594A589BE4}"/>
          </ac:spMkLst>
        </pc:spChg>
        <pc:spChg chg="mod">
          <ac:chgData name="Mellen, Brian C. [US-US]" userId="5d1ce5b9-f372-4b01-a2bb-24d7ad25d806" providerId="ADAL" clId="{708D641B-74B9-42CA-B124-30041B69659B}" dt="2026-07-17T13:36:08.521" v="7366" actId="20577"/>
          <ac:spMkLst>
            <pc:docMk/>
            <pc:sldMk cId="511150739" sldId="266"/>
            <ac:spMk id="29" creationId="{77D91467-72F8-4EC7-256A-E04DC9A08A9B}"/>
          </ac:spMkLst>
        </pc:spChg>
      </pc:sldChg>
      <pc:sldChg chg="addSp delSp modSp add mod">
        <pc:chgData name="Mellen, Brian C. [US-US]" userId="5d1ce5b9-f372-4b01-a2bb-24d7ad25d806" providerId="ADAL" clId="{708D641B-74B9-42CA-B124-30041B69659B}" dt="2026-07-17T13:36:15.208" v="7367" actId="20577"/>
        <pc:sldMkLst>
          <pc:docMk/>
          <pc:sldMk cId="4187883359" sldId="267"/>
        </pc:sldMkLst>
        <pc:spChg chg="add mod">
          <ac:chgData name="Mellen, Brian C. [US-US]" userId="5d1ce5b9-f372-4b01-a2bb-24d7ad25d806" providerId="ADAL" clId="{708D641B-74B9-42CA-B124-30041B69659B}" dt="2026-07-17T13:23:52.890" v="6800" actId="20577"/>
          <ac:spMkLst>
            <pc:docMk/>
            <pc:sldMk cId="4187883359" sldId="267"/>
            <ac:spMk id="7" creationId="{13A33FE0-C2C3-ACE6-B2BB-F8990BB4D318}"/>
          </ac:spMkLst>
        </pc:spChg>
        <pc:spChg chg="mod">
          <ac:chgData name="Mellen, Brian C. [US-US]" userId="5d1ce5b9-f372-4b01-a2bb-24d7ad25d806" providerId="ADAL" clId="{708D641B-74B9-42CA-B124-30041B69659B}" dt="2026-07-17T13:17:44.550" v="6498" actId="1035"/>
          <ac:spMkLst>
            <pc:docMk/>
            <pc:sldMk cId="4187883359" sldId="267"/>
            <ac:spMk id="10" creationId="{C039C802-995E-FECF-DA58-819AC19ADE23}"/>
          </ac:spMkLst>
        </pc:spChg>
        <pc:spChg chg="mod">
          <ac:chgData name="Mellen, Brian C. [US-US]" userId="5d1ce5b9-f372-4b01-a2bb-24d7ad25d806" providerId="ADAL" clId="{708D641B-74B9-42CA-B124-30041B69659B}" dt="2026-07-17T13:17:44.550" v="6498" actId="1035"/>
          <ac:spMkLst>
            <pc:docMk/>
            <pc:sldMk cId="4187883359" sldId="267"/>
            <ac:spMk id="11" creationId="{290C037D-8BAA-88F5-5CA3-6974EAB82CCD}"/>
          </ac:spMkLst>
        </pc:spChg>
        <pc:spChg chg="add mod">
          <ac:chgData name="Mellen, Brian C. [US-US]" userId="5d1ce5b9-f372-4b01-a2bb-24d7ad25d806" providerId="ADAL" clId="{708D641B-74B9-42CA-B124-30041B69659B}" dt="2026-07-17T13:18:16.129" v="6499"/>
          <ac:spMkLst>
            <pc:docMk/>
            <pc:sldMk cId="4187883359" sldId="267"/>
            <ac:spMk id="13" creationId="{7642C98F-09F5-C71A-892B-1400D72682C6}"/>
          </ac:spMkLst>
        </pc:spChg>
        <pc:spChg chg="add mod">
          <ac:chgData name="Mellen, Brian C. [US-US]" userId="5d1ce5b9-f372-4b01-a2bb-24d7ad25d806" providerId="ADAL" clId="{708D641B-74B9-42CA-B124-30041B69659B}" dt="2026-07-17T13:23:34.687" v="6782" actId="20577"/>
          <ac:spMkLst>
            <pc:docMk/>
            <pc:sldMk cId="4187883359" sldId="267"/>
            <ac:spMk id="15" creationId="{6C34041C-B032-2B3D-3B11-7BC18074A3F5}"/>
          </ac:spMkLst>
        </pc:spChg>
        <pc:spChg chg="mod">
          <ac:chgData name="Mellen, Brian C. [US-US]" userId="5d1ce5b9-f372-4b01-a2bb-24d7ad25d806" providerId="ADAL" clId="{708D641B-74B9-42CA-B124-30041B69659B}" dt="2026-07-17T13:17:44.550" v="6498" actId="1035"/>
          <ac:spMkLst>
            <pc:docMk/>
            <pc:sldMk cId="4187883359" sldId="267"/>
            <ac:spMk id="24" creationId="{82B16001-7FF0-521C-C28E-8E49AC79410B}"/>
          </ac:spMkLst>
        </pc:spChg>
        <pc:spChg chg="mod">
          <ac:chgData name="Mellen, Brian C. [US-US]" userId="5d1ce5b9-f372-4b01-a2bb-24d7ad25d806" providerId="ADAL" clId="{708D641B-74B9-42CA-B124-30041B69659B}" dt="2026-07-17T13:17:44.550" v="6498" actId="1035"/>
          <ac:spMkLst>
            <pc:docMk/>
            <pc:sldMk cId="4187883359" sldId="267"/>
            <ac:spMk id="25" creationId="{E5E0C84D-E455-45BC-D817-10B6347D0F58}"/>
          </ac:spMkLst>
        </pc:spChg>
        <pc:spChg chg="mod">
          <ac:chgData name="Mellen, Brian C. [US-US]" userId="5d1ce5b9-f372-4b01-a2bb-24d7ad25d806" providerId="ADAL" clId="{708D641B-74B9-42CA-B124-30041B69659B}" dt="2026-07-17T13:17:44.550" v="6498" actId="1035"/>
          <ac:spMkLst>
            <pc:docMk/>
            <pc:sldMk cId="4187883359" sldId="267"/>
            <ac:spMk id="28" creationId="{36D5969B-5829-0E15-562F-D3F306C1D6AF}"/>
          </ac:spMkLst>
        </pc:spChg>
        <pc:spChg chg="mod">
          <ac:chgData name="Mellen, Brian C. [US-US]" userId="5d1ce5b9-f372-4b01-a2bb-24d7ad25d806" providerId="ADAL" clId="{708D641B-74B9-42CA-B124-30041B69659B}" dt="2026-07-17T13:36:15.208" v="7367" actId="20577"/>
          <ac:spMkLst>
            <pc:docMk/>
            <pc:sldMk cId="4187883359" sldId="267"/>
            <ac:spMk id="29" creationId="{AE222CD4-8834-853D-9B5D-1E2CEAD190AD}"/>
          </ac:spMkLst>
        </pc:spChg>
        <pc:spChg chg="mod">
          <ac:chgData name="Mellen, Brian C. [US-US]" userId="5d1ce5b9-f372-4b01-a2bb-24d7ad25d806" providerId="ADAL" clId="{708D641B-74B9-42CA-B124-30041B69659B}" dt="2026-07-17T13:17:44.550" v="6498" actId="1035"/>
          <ac:spMkLst>
            <pc:docMk/>
            <pc:sldMk cId="4187883359" sldId="267"/>
            <ac:spMk id="30" creationId="{AFC58241-5182-0D1D-DF94-414354294673}"/>
          </ac:spMkLst>
        </pc:spChg>
        <pc:spChg chg="mod">
          <ac:chgData name="Mellen, Brian C. [US-US]" userId="5d1ce5b9-f372-4b01-a2bb-24d7ad25d806" providerId="ADAL" clId="{708D641B-74B9-42CA-B124-30041B69659B}" dt="2026-07-17T13:17:44.550" v="6498" actId="1035"/>
          <ac:spMkLst>
            <pc:docMk/>
            <pc:sldMk cId="4187883359" sldId="267"/>
            <ac:spMk id="32" creationId="{70146707-A3F0-CA6F-2C78-F009CB99C2E8}"/>
          </ac:spMkLst>
        </pc:spChg>
        <pc:spChg chg="mod">
          <ac:chgData name="Mellen, Brian C. [US-US]" userId="5d1ce5b9-f372-4b01-a2bb-24d7ad25d806" providerId="ADAL" clId="{708D641B-74B9-42CA-B124-30041B69659B}" dt="2026-07-17T13:17:44.550" v="6498" actId="1035"/>
          <ac:spMkLst>
            <pc:docMk/>
            <pc:sldMk cId="4187883359" sldId="267"/>
            <ac:spMk id="33" creationId="{6F587D0F-357E-0C76-B84B-C12A7ABCB085}"/>
          </ac:spMkLst>
        </pc:spChg>
      </pc:sldChg>
      <pc:sldChg chg="addSp delSp modSp add mod">
        <pc:chgData name="Mellen, Brian C. [US-US]" userId="5d1ce5b9-f372-4b01-a2bb-24d7ad25d806" providerId="ADAL" clId="{708D641B-74B9-42CA-B124-30041B69659B}" dt="2026-07-17T13:36:30.509" v="7369" actId="20577"/>
        <pc:sldMkLst>
          <pc:docMk/>
          <pc:sldMk cId="3537646989" sldId="268"/>
        </pc:sldMkLst>
        <pc:spChg chg="add mod">
          <ac:chgData name="Mellen, Brian C. [US-US]" userId="5d1ce5b9-f372-4b01-a2bb-24d7ad25d806" providerId="ADAL" clId="{708D641B-74B9-42CA-B124-30041B69659B}" dt="2026-07-17T13:25:19.632" v="6804"/>
          <ac:spMkLst>
            <pc:docMk/>
            <pc:sldMk cId="3537646989" sldId="268"/>
            <ac:spMk id="7" creationId="{259D1073-8BE3-75CF-7191-5CF7579371A4}"/>
          </ac:spMkLst>
        </pc:spChg>
        <pc:spChg chg="add mod">
          <ac:chgData name="Mellen, Brian C. [US-US]" userId="5d1ce5b9-f372-4b01-a2bb-24d7ad25d806" providerId="ADAL" clId="{708D641B-74B9-42CA-B124-30041B69659B}" dt="2026-07-17T13:30:21.938" v="7201" actId="313"/>
          <ac:spMkLst>
            <pc:docMk/>
            <pc:sldMk cId="3537646989" sldId="268"/>
            <ac:spMk id="13" creationId="{4497A901-0AB0-88D2-AB63-0D3272DFA52F}"/>
          </ac:spMkLst>
        </pc:spChg>
        <pc:spChg chg="mod">
          <ac:chgData name="Mellen, Brian C. [US-US]" userId="5d1ce5b9-f372-4b01-a2bb-24d7ad25d806" providerId="ADAL" clId="{708D641B-74B9-42CA-B124-30041B69659B}" dt="2026-07-17T13:36:30.509" v="7369" actId="20577"/>
          <ac:spMkLst>
            <pc:docMk/>
            <pc:sldMk cId="3537646989" sldId="268"/>
            <ac:spMk id="29" creationId="{D0BEF76E-C8EB-8ED4-BE83-5F38BDC01162}"/>
          </ac:spMkLst>
        </pc:spChg>
      </pc:sldChg>
      <pc:sldChg chg="addSp delSp modSp add mod">
        <pc:chgData name="Mellen, Brian C. [US-US]" userId="5d1ce5b9-f372-4b01-a2bb-24d7ad25d806" providerId="ADAL" clId="{708D641B-74B9-42CA-B124-30041B69659B}" dt="2026-07-17T13:36:22.968" v="7368" actId="20577"/>
        <pc:sldMkLst>
          <pc:docMk/>
          <pc:sldMk cId="1883284839" sldId="269"/>
        </pc:sldMkLst>
        <pc:spChg chg="add del">
          <ac:chgData name="Mellen, Brian C. [US-US]" userId="5d1ce5b9-f372-4b01-a2bb-24d7ad25d806" providerId="ADAL" clId="{708D641B-74B9-42CA-B124-30041B69659B}" dt="2026-07-17T13:31:00.333" v="7204" actId="478"/>
          <ac:spMkLst>
            <pc:docMk/>
            <pc:sldMk cId="1883284839" sldId="269"/>
            <ac:spMk id="3" creationId="{F75761C8-EA43-6D8F-2600-FF3F658828F4}"/>
          </ac:spMkLst>
        </pc:spChg>
        <pc:spChg chg="add mod">
          <ac:chgData name="Mellen, Brian C. [US-US]" userId="5d1ce5b9-f372-4b01-a2bb-24d7ad25d806" providerId="ADAL" clId="{708D641B-74B9-42CA-B124-30041B69659B}" dt="2026-07-17T13:31:23.901" v="7206"/>
          <ac:spMkLst>
            <pc:docMk/>
            <pc:sldMk cId="1883284839" sldId="269"/>
            <ac:spMk id="7" creationId="{0F3D72A0-CDF3-D8D4-63E4-F20CE84875CC}"/>
          </ac:spMkLst>
        </pc:spChg>
        <pc:spChg chg="add mod">
          <ac:chgData name="Mellen, Brian C. [US-US]" userId="5d1ce5b9-f372-4b01-a2bb-24d7ad25d806" providerId="ADAL" clId="{708D641B-74B9-42CA-B124-30041B69659B}" dt="2026-07-17T13:31:57.524" v="7255" actId="20577"/>
          <ac:spMkLst>
            <pc:docMk/>
            <pc:sldMk cId="1883284839" sldId="269"/>
            <ac:spMk id="13" creationId="{5CFEB9E8-FE5C-F65F-0779-05CB52F5CC56}"/>
          </ac:spMkLst>
        </pc:spChg>
        <pc:spChg chg="mod">
          <ac:chgData name="Mellen, Brian C. [US-US]" userId="5d1ce5b9-f372-4b01-a2bb-24d7ad25d806" providerId="ADAL" clId="{708D641B-74B9-42CA-B124-30041B69659B}" dt="2026-07-17T13:36:22.968" v="7368" actId="20577"/>
          <ac:spMkLst>
            <pc:docMk/>
            <pc:sldMk cId="1883284839" sldId="269"/>
            <ac:spMk id="29" creationId="{66F5956C-41D2-A247-0EA7-B9A8ED853989}"/>
          </ac:spMkLst>
        </pc:spChg>
      </pc:sldChg>
      <pc:sldChg chg="addSp delSp modSp add mod">
        <pc:chgData name="Mellen, Brian C. [US-US]" userId="5d1ce5b9-f372-4b01-a2bb-24d7ad25d806" providerId="ADAL" clId="{708D641B-74B9-42CA-B124-30041B69659B}" dt="2026-07-21T12:58:53.663" v="8889" actId="20577"/>
        <pc:sldMkLst>
          <pc:docMk/>
          <pc:sldMk cId="616436465" sldId="270"/>
        </pc:sldMkLst>
        <pc:spChg chg="add mod">
          <ac:chgData name="Mellen, Brian C. [US-US]" userId="5d1ce5b9-f372-4b01-a2bb-24d7ad25d806" providerId="ADAL" clId="{708D641B-74B9-42CA-B124-30041B69659B}" dt="2026-07-20T17:48:35.725" v="7547" actId="1076"/>
          <ac:spMkLst>
            <pc:docMk/>
            <pc:sldMk cId="616436465" sldId="270"/>
            <ac:spMk id="3" creationId="{66714F06-A62F-D9A2-09A3-8EFDF55CB4AD}"/>
          </ac:spMkLst>
        </pc:spChg>
        <pc:spChg chg="add mod">
          <ac:chgData name="Mellen, Brian C. [US-US]" userId="5d1ce5b9-f372-4b01-a2bb-24d7ad25d806" providerId="ADAL" clId="{708D641B-74B9-42CA-B124-30041B69659B}" dt="2026-07-20T17:49:00.604" v="7549" actId="20577"/>
          <ac:spMkLst>
            <pc:docMk/>
            <pc:sldMk cId="616436465" sldId="270"/>
            <ac:spMk id="6" creationId="{AAE23F47-960D-472C-DCE6-883A5BE04087}"/>
          </ac:spMkLst>
        </pc:spChg>
        <pc:spChg chg="add mod">
          <ac:chgData name="Mellen, Brian C. [US-US]" userId="5d1ce5b9-f372-4b01-a2bb-24d7ad25d806" providerId="ADAL" clId="{708D641B-74B9-42CA-B124-30041B69659B}" dt="2026-07-21T12:58:53.663" v="8889" actId="20577"/>
          <ac:spMkLst>
            <pc:docMk/>
            <pc:sldMk cId="616436465" sldId="270"/>
            <ac:spMk id="8" creationId="{966247AA-0A57-8DA8-557F-BA98F658241C}"/>
          </ac:spMkLst>
        </pc:spChg>
      </pc:sldChg>
      <pc:sldChg chg="addSp delSp modSp add mod">
        <pc:chgData name="Mellen, Brian C. [US-US]" userId="5d1ce5b9-f372-4b01-a2bb-24d7ad25d806" providerId="ADAL" clId="{708D641B-74B9-42CA-B124-30041B69659B}" dt="2026-07-21T13:02:32.945" v="9163" actId="20577"/>
        <pc:sldMkLst>
          <pc:docMk/>
          <pc:sldMk cId="3413668499" sldId="271"/>
        </pc:sldMkLst>
        <pc:spChg chg="add">
          <ac:chgData name="Mellen, Brian C. [US-US]" userId="5d1ce5b9-f372-4b01-a2bb-24d7ad25d806" providerId="ADAL" clId="{708D641B-74B9-42CA-B124-30041B69659B}" dt="2026-07-20T17:49:20.031" v="7573" actId="22"/>
          <ac:spMkLst>
            <pc:docMk/>
            <pc:sldMk cId="3413668499" sldId="271"/>
            <ac:spMk id="3" creationId="{3C044D73-9C28-D607-1384-2F3B65FA21F1}"/>
          </ac:spMkLst>
        </pc:spChg>
        <pc:spChg chg="mod">
          <ac:chgData name="Mellen, Brian C. [US-US]" userId="5d1ce5b9-f372-4b01-a2bb-24d7ad25d806" providerId="ADAL" clId="{708D641B-74B9-42CA-B124-30041B69659B}" dt="2026-07-20T17:49:16.591" v="7572" actId="1035"/>
          <ac:spMkLst>
            <pc:docMk/>
            <pc:sldMk cId="3413668499" sldId="271"/>
            <ac:spMk id="5" creationId="{7C2E100A-B220-E0F4-18BF-336AC6C49E5D}"/>
          </ac:spMkLst>
        </pc:spChg>
        <pc:spChg chg="add">
          <ac:chgData name="Mellen, Brian C. [US-US]" userId="5d1ce5b9-f372-4b01-a2bb-24d7ad25d806" providerId="ADAL" clId="{708D641B-74B9-42CA-B124-30041B69659B}" dt="2026-07-20T17:49:20.031" v="7573" actId="22"/>
          <ac:spMkLst>
            <pc:docMk/>
            <pc:sldMk cId="3413668499" sldId="271"/>
            <ac:spMk id="6" creationId="{591D5411-1D92-F96C-B194-729895C8D112}"/>
          </ac:spMkLst>
        </pc:spChg>
        <pc:spChg chg="add mod">
          <ac:chgData name="Mellen, Brian C. [US-US]" userId="5d1ce5b9-f372-4b01-a2bb-24d7ad25d806" providerId="ADAL" clId="{708D641B-74B9-42CA-B124-30041B69659B}" dt="2026-07-21T13:02:32.945" v="9163" actId="20577"/>
          <ac:spMkLst>
            <pc:docMk/>
            <pc:sldMk cId="3413668499" sldId="271"/>
            <ac:spMk id="8" creationId="{1A417DD6-17E3-A220-B32D-855E4DCE0BB4}"/>
          </ac:spMkLst>
        </pc:spChg>
        <pc:spChg chg="mod">
          <ac:chgData name="Mellen, Brian C. [US-US]" userId="5d1ce5b9-f372-4b01-a2bb-24d7ad25d806" providerId="ADAL" clId="{708D641B-74B9-42CA-B124-30041B69659B}" dt="2026-07-20T17:49:16.591" v="7572" actId="1035"/>
          <ac:spMkLst>
            <pc:docMk/>
            <pc:sldMk cId="3413668499" sldId="271"/>
            <ac:spMk id="19" creationId="{4B7EE498-D993-4A2D-386D-CBD340DD8FBD}"/>
          </ac:spMkLst>
        </pc:spChg>
        <pc:spChg chg="mod">
          <ac:chgData name="Mellen, Brian C. [US-US]" userId="5d1ce5b9-f372-4b01-a2bb-24d7ad25d806" providerId="ADAL" clId="{708D641B-74B9-42CA-B124-30041B69659B}" dt="2026-07-20T17:49:16.591" v="7572" actId="1035"/>
          <ac:spMkLst>
            <pc:docMk/>
            <pc:sldMk cId="3413668499" sldId="271"/>
            <ac:spMk id="46" creationId="{20F2ECBC-8774-2404-93A2-3B276300B71F}"/>
          </ac:spMkLst>
        </pc:spChg>
        <pc:spChg chg="mod">
          <ac:chgData name="Mellen, Brian C. [US-US]" userId="5d1ce5b9-f372-4b01-a2bb-24d7ad25d806" providerId="ADAL" clId="{708D641B-74B9-42CA-B124-30041B69659B}" dt="2026-07-20T17:49:16.591" v="7572" actId="1035"/>
          <ac:spMkLst>
            <pc:docMk/>
            <pc:sldMk cId="3413668499" sldId="271"/>
            <ac:spMk id="53" creationId="{81B27E5F-D195-6039-A93E-D45A380BA002}"/>
          </ac:spMkLst>
        </pc:spChg>
        <pc:spChg chg="mod">
          <ac:chgData name="Mellen, Brian C. [US-US]" userId="5d1ce5b9-f372-4b01-a2bb-24d7ad25d806" providerId="ADAL" clId="{708D641B-74B9-42CA-B124-30041B69659B}" dt="2026-07-20T17:49:16.591" v="7572" actId="1035"/>
          <ac:spMkLst>
            <pc:docMk/>
            <pc:sldMk cId="3413668499" sldId="271"/>
            <ac:spMk id="74" creationId="{73802B23-4AD9-72F0-CE6F-BB944E4CC8D2}"/>
          </ac:spMkLst>
        </pc:spChg>
        <pc:spChg chg="mod">
          <ac:chgData name="Mellen, Brian C. [US-US]" userId="5d1ce5b9-f372-4b01-a2bb-24d7ad25d806" providerId="ADAL" clId="{708D641B-74B9-42CA-B124-30041B69659B}" dt="2026-07-20T17:49:16.591" v="7572" actId="1035"/>
          <ac:spMkLst>
            <pc:docMk/>
            <pc:sldMk cId="3413668499" sldId="271"/>
            <ac:spMk id="166" creationId="{B6893D52-CA7F-6C63-F993-FCAE1C68FFC5}"/>
          </ac:spMkLst>
        </pc:spChg>
        <pc:spChg chg="mod">
          <ac:chgData name="Mellen, Brian C. [US-US]" userId="5d1ce5b9-f372-4b01-a2bb-24d7ad25d806" providerId="ADAL" clId="{708D641B-74B9-42CA-B124-30041B69659B}" dt="2026-07-20T17:49:16.591" v="7572" actId="1035"/>
          <ac:spMkLst>
            <pc:docMk/>
            <pc:sldMk cId="3413668499" sldId="271"/>
            <ac:spMk id="171" creationId="{9AC690C9-7A64-0914-E40B-5AB456B63FCC}"/>
          </ac:spMkLst>
        </pc:spChg>
        <pc:spChg chg="mod">
          <ac:chgData name="Mellen, Brian C. [US-US]" userId="5d1ce5b9-f372-4b01-a2bb-24d7ad25d806" providerId="ADAL" clId="{708D641B-74B9-42CA-B124-30041B69659B}" dt="2026-07-20T17:49:16.591" v="7572" actId="1035"/>
          <ac:spMkLst>
            <pc:docMk/>
            <pc:sldMk cId="3413668499" sldId="271"/>
            <ac:spMk id="172" creationId="{1BC9CD8A-0FD4-303A-1F20-DE009FD8D98F}"/>
          </ac:spMkLst>
        </pc:spChg>
        <pc:cxnChg chg="mod">
          <ac:chgData name="Mellen, Brian C. [US-US]" userId="5d1ce5b9-f372-4b01-a2bb-24d7ad25d806" providerId="ADAL" clId="{708D641B-74B9-42CA-B124-30041B69659B}" dt="2026-07-20T17:49:16.591" v="7572" actId="1035"/>
          <ac:cxnSpMkLst>
            <pc:docMk/>
            <pc:sldMk cId="3413668499" sldId="271"/>
            <ac:cxnSpMk id="27" creationId="{6ACF07C4-2488-7889-FADF-692AE8012C87}"/>
          </ac:cxnSpMkLst>
        </pc:cxnChg>
      </pc:sldChg>
      <pc:sldChg chg="addSp delSp modSp add mod">
        <pc:chgData name="Mellen, Brian C. [US-US]" userId="5d1ce5b9-f372-4b01-a2bb-24d7ad25d806" providerId="ADAL" clId="{708D641B-74B9-42CA-B124-30041B69659B}" dt="2026-07-21T13:05:28.120" v="9232" actId="20577"/>
        <pc:sldMkLst>
          <pc:docMk/>
          <pc:sldMk cId="1298847310" sldId="272"/>
        </pc:sldMkLst>
        <pc:spChg chg="add">
          <ac:chgData name="Mellen, Brian C. [US-US]" userId="5d1ce5b9-f372-4b01-a2bb-24d7ad25d806" providerId="ADAL" clId="{708D641B-74B9-42CA-B124-30041B69659B}" dt="2026-07-20T17:49:33.047" v="7605" actId="22"/>
          <ac:spMkLst>
            <pc:docMk/>
            <pc:sldMk cId="1298847310" sldId="272"/>
            <ac:spMk id="3" creationId="{60B59B78-BF9C-5330-18B2-1D4A3D6A27E9}"/>
          </ac:spMkLst>
        </pc:spChg>
        <pc:spChg chg="add">
          <ac:chgData name="Mellen, Brian C. [US-US]" userId="5d1ce5b9-f372-4b01-a2bb-24d7ad25d806" providerId="ADAL" clId="{708D641B-74B9-42CA-B124-30041B69659B}" dt="2026-07-20T17:49:33.047" v="7605" actId="22"/>
          <ac:spMkLst>
            <pc:docMk/>
            <pc:sldMk cId="1298847310" sldId="272"/>
            <ac:spMk id="5" creationId="{248D87BB-E579-375E-E6EA-4E052524D79B}"/>
          </ac:spMkLst>
        </pc:spChg>
        <pc:spChg chg="mod">
          <ac:chgData name="Mellen, Brian C. [US-US]" userId="5d1ce5b9-f372-4b01-a2bb-24d7ad25d806" providerId="ADAL" clId="{708D641B-74B9-42CA-B124-30041B69659B}" dt="2026-07-20T17:49:29.257" v="7604" actId="1035"/>
          <ac:spMkLst>
            <pc:docMk/>
            <pc:sldMk cId="1298847310" sldId="272"/>
            <ac:spMk id="6" creationId="{CA1B9188-F00A-599C-4D60-C8446D0D6375}"/>
          </ac:spMkLst>
        </pc:spChg>
        <pc:spChg chg="add mod">
          <ac:chgData name="Mellen, Brian C. [US-US]" userId="5d1ce5b9-f372-4b01-a2bb-24d7ad25d806" providerId="ADAL" clId="{708D641B-74B9-42CA-B124-30041B69659B}" dt="2026-07-21T13:05:28.120" v="9232" actId="20577"/>
          <ac:spMkLst>
            <pc:docMk/>
            <pc:sldMk cId="1298847310" sldId="272"/>
            <ac:spMk id="8" creationId="{74B4B2FF-3B2C-D39E-CF87-09786A33F333}"/>
          </ac:spMkLst>
        </pc:spChg>
        <pc:spChg chg="add del mod">
          <ac:chgData name="Mellen, Brian C. [US-US]" userId="5d1ce5b9-f372-4b01-a2bb-24d7ad25d806" providerId="ADAL" clId="{708D641B-74B9-42CA-B124-30041B69659B}" dt="2026-07-20T17:49:29.257" v="7604" actId="1035"/>
          <ac:spMkLst>
            <pc:docMk/>
            <pc:sldMk cId="1298847310" sldId="272"/>
            <ac:spMk id="20" creationId="{ADBFABF3-6A54-C3D1-54D3-73E2E44894DA}"/>
          </ac:spMkLst>
        </pc:spChg>
        <pc:spChg chg="mod">
          <ac:chgData name="Mellen, Brian C. [US-US]" userId="5d1ce5b9-f372-4b01-a2bb-24d7ad25d806" providerId="ADAL" clId="{708D641B-74B9-42CA-B124-30041B69659B}" dt="2026-07-20T17:49:29.257" v="7604" actId="1035"/>
          <ac:spMkLst>
            <pc:docMk/>
            <pc:sldMk cId="1298847310" sldId="272"/>
            <ac:spMk id="22" creationId="{73BF50C4-CB05-BC0B-BE6F-D256485B1C17}"/>
          </ac:spMkLst>
        </pc:spChg>
        <pc:spChg chg="mod">
          <ac:chgData name="Mellen, Brian C. [US-US]" userId="5d1ce5b9-f372-4b01-a2bb-24d7ad25d806" providerId="ADAL" clId="{708D641B-74B9-42CA-B124-30041B69659B}" dt="2026-07-20T17:49:29.257" v="7604" actId="1035"/>
          <ac:spMkLst>
            <pc:docMk/>
            <pc:sldMk cId="1298847310" sldId="272"/>
            <ac:spMk id="26" creationId="{FD7CA605-B875-0273-CADF-A734E69BE9FE}"/>
          </ac:spMkLst>
        </pc:spChg>
        <pc:spChg chg="mod">
          <ac:chgData name="Mellen, Brian C. [US-US]" userId="5d1ce5b9-f372-4b01-a2bb-24d7ad25d806" providerId="ADAL" clId="{708D641B-74B9-42CA-B124-30041B69659B}" dt="2026-07-20T17:49:29.257" v="7604" actId="1035"/>
          <ac:spMkLst>
            <pc:docMk/>
            <pc:sldMk cId="1298847310" sldId="272"/>
            <ac:spMk id="28" creationId="{5D0C8555-F5F5-9A8D-EDE9-21FAD2B6F760}"/>
          </ac:spMkLst>
        </pc:spChg>
        <pc:spChg chg="mod">
          <ac:chgData name="Mellen, Brian C. [US-US]" userId="5d1ce5b9-f372-4b01-a2bb-24d7ad25d806" providerId="ADAL" clId="{708D641B-74B9-42CA-B124-30041B69659B}" dt="2026-07-20T17:49:29.257" v="7604" actId="1035"/>
          <ac:spMkLst>
            <pc:docMk/>
            <pc:sldMk cId="1298847310" sldId="272"/>
            <ac:spMk id="31" creationId="{E8DF8138-3F6C-4E3F-D14A-2D77A3C1671C}"/>
          </ac:spMkLst>
        </pc:spChg>
        <pc:spChg chg="mod">
          <ac:chgData name="Mellen, Brian C. [US-US]" userId="5d1ce5b9-f372-4b01-a2bb-24d7ad25d806" providerId="ADAL" clId="{708D641B-74B9-42CA-B124-30041B69659B}" dt="2026-07-20T17:49:29.257" v="7604" actId="1035"/>
          <ac:spMkLst>
            <pc:docMk/>
            <pc:sldMk cId="1298847310" sldId="272"/>
            <ac:spMk id="48" creationId="{D8EA2292-BD3A-EC01-54FE-C783FBE6EF15}"/>
          </ac:spMkLst>
        </pc:spChg>
        <pc:spChg chg="mod">
          <ac:chgData name="Mellen, Brian C. [US-US]" userId="5d1ce5b9-f372-4b01-a2bb-24d7ad25d806" providerId="ADAL" clId="{708D641B-74B9-42CA-B124-30041B69659B}" dt="2026-07-20T17:49:29.257" v="7604" actId="1035"/>
          <ac:spMkLst>
            <pc:docMk/>
            <pc:sldMk cId="1298847310" sldId="272"/>
            <ac:spMk id="87" creationId="{E51D017E-9A88-58D8-F7B6-A57968354377}"/>
          </ac:spMkLst>
        </pc:spChg>
        <pc:spChg chg="mod">
          <ac:chgData name="Mellen, Brian C. [US-US]" userId="5d1ce5b9-f372-4b01-a2bb-24d7ad25d806" providerId="ADAL" clId="{708D641B-74B9-42CA-B124-30041B69659B}" dt="2026-07-20T17:49:29.257" v="7604" actId="1035"/>
          <ac:spMkLst>
            <pc:docMk/>
            <pc:sldMk cId="1298847310" sldId="272"/>
            <ac:spMk id="173" creationId="{02F41EBD-48C0-DF08-7299-BAAB59244B00}"/>
          </ac:spMkLst>
        </pc:spChg>
        <pc:spChg chg="mod">
          <ac:chgData name="Mellen, Brian C. [US-US]" userId="5d1ce5b9-f372-4b01-a2bb-24d7ad25d806" providerId="ADAL" clId="{708D641B-74B9-42CA-B124-30041B69659B}" dt="2026-07-20T17:49:29.257" v="7604" actId="1035"/>
          <ac:spMkLst>
            <pc:docMk/>
            <pc:sldMk cId="1298847310" sldId="272"/>
            <ac:spMk id="249" creationId="{7DA4D681-31A1-EDE1-6F29-65758F8AF883}"/>
          </ac:spMkLst>
        </pc:spChg>
      </pc:sldChg>
      <pc:sldChg chg="add">
        <pc:chgData name="Mellen, Brian C. [US-US]" userId="5d1ce5b9-f372-4b01-a2bb-24d7ad25d806" providerId="ADAL" clId="{708D641B-74B9-42CA-B124-30041B69659B}" dt="2026-07-20T14:53:03.485" v="7407"/>
        <pc:sldMkLst>
          <pc:docMk/>
          <pc:sldMk cId="1252888615" sldId="274"/>
        </pc:sldMkLst>
      </pc:sldChg>
      <pc:sldChg chg="addSp delSp modSp add mod">
        <pc:chgData name="Mellen, Brian C. [US-US]" userId="5d1ce5b9-f372-4b01-a2bb-24d7ad25d806" providerId="ADAL" clId="{708D641B-74B9-42CA-B124-30041B69659B}" dt="2026-07-21T13:09:52.477" v="9367" actId="1076"/>
        <pc:sldMkLst>
          <pc:docMk/>
          <pc:sldMk cId="1474035538" sldId="275"/>
        </pc:sldMkLst>
        <pc:spChg chg="mod">
          <ac:chgData name="Mellen, Brian C. [US-US]" userId="5d1ce5b9-f372-4b01-a2bb-24d7ad25d806" providerId="ADAL" clId="{708D641B-74B9-42CA-B124-30041B69659B}" dt="2026-07-20T17:49:46.061" v="7655" actId="1037"/>
          <ac:spMkLst>
            <pc:docMk/>
            <pc:sldMk cId="1474035538" sldId="275"/>
            <ac:spMk id="7" creationId="{56CF15A0-9ADB-353E-9823-9E696AF17BC2}"/>
          </ac:spMkLst>
        </pc:spChg>
        <pc:spChg chg="mod">
          <ac:chgData name="Mellen, Brian C. [US-US]" userId="5d1ce5b9-f372-4b01-a2bb-24d7ad25d806" providerId="ADAL" clId="{708D641B-74B9-42CA-B124-30041B69659B}" dt="2026-07-20T17:49:46.061" v="7655" actId="1037"/>
          <ac:spMkLst>
            <pc:docMk/>
            <pc:sldMk cId="1474035538" sldId="275"/>
            <ac:spMk id="21" creationId="{EBC0CCE8-CB85-693C-03A5-CD9D8607586E}"/>
          </ac:spMkLst>
        </pc:spChg>
        <pc:spChg chg="add">
          <ac:chgData name="Mellen, Brian C. [US-US]" userId="5d1ce5b9-f372-4b01-a2bb-24d7ad25d806" providerId="ADAL" clId="{708D641B-74B9-42CA-B124-30041B69659B}" dt="2026-07-20T17:49:49.671" v="7656" actId="22"/>
          <ac:spMkLst>
            <pc:docMk/>
            <pc:sldMk cId="1474035538" sldId="275"/>
            <ac:spMk id="33" creationId="{424EFB9B-3730-AAE4-625F-E117BB222CAE}"/>
          </ac:spMkLst>
        </pc:spChg>
        <pc:spChg chg="add mod">
          <ac:chgData name="Mellen, Brian C. [US-US]" userId="5d1ce5b9-f372-4b01-a2bb-24d7ad25d806" providerId="ADAL" clId="{708D641B-74B9-42CA-B124-30041B69659B}" dt="2026-07-21T13:06:45.437" v="9284" actId="20577"/>
          <ac:spMkLst>
            <pc:docMk/>
            <pc:sldMk cId="1474035538" sldId="275"/>
            <ac:spMk id="35" creationId="{BFFF614E-D1DB-E171-DC3B-67D467104238}"/>
          </ac:spMkLst>
        </pc:spChg>
        <pc:spChg chg="add mod">
          <ac:chgData name="Mellen, Brian C. [US-US]" userId="5d1ce5b9-f372-4b01-a2bb-24d7ad25d806" providerId="ADAL" clId="{708D641B-74B9-42CA-B124-30041B69659B}" dt="2026-07-21T13:09:52.477" v="9367" actId="1076"/>
          <ac:spMkLst>
            <pc:docMk/>
            <pc:sldMk cId="1474035538" sldId="275"/>
            <ac:spMk id="40" creationId="{0341B63B-9B0B-EFC5-D2ED-483063199A27}"/>
          </ac:spMkLst>
        </pc:spChg>
        <pc:spChg chg="mod">
          <ac:chgData name="Mellen, Brian C. [US-US]" userId="5d1ce5b9-f372-4b01-a2bb-24d7ad25d806" providerId="ADAL" clId="{708D641B-74B9-42CA-B124-30041B69659B}" dt="2026-07-20T17:49:46.061" v="7655" actId="1037"/>
          <ac:spMkLst>
            <pc:docMk/>
            <pc:sldMk cId="1474035538" sldId="275"/>
            <ac:spMk id="89" creationId="{1A924893-6918-0294-CBEB-2357994897D2}"/>
          </ac:spMkLst>
        </pc:spChg>
        <pc:spChg chg="mod">
          <ac:chgData name="Mellen, Brian C. [US-US]" userId="5d1ce5b9-f372-4b01-a2bb-24d7ad25d806" providerId="ADAL" clId="{708D641B-74B9-42CA-B124-30041B69659B}" dt="2026-07-20T17:49:46.061" v="7655" actId="1037"/>
          <ac:spMkLst>
            <pc:docMk/>
            <pc:sldMk cId="1474035538" sldId="275"/>
            <ac:spMk id="174" creationId="{C209F556-6158-6D41-D337-FBAF7AB38889}"/>
          </ac:spMkLst>
        </pc:spChg>
        <pc:spChg chg="mod">
          <ac:chgData name="Mellen, Brian C. [US-US]" userId="5d1ce5b9-f372-4b01-a2bb-24d7ad25d806" providerId="ADAL" clId="{708D641B-74B9-42CA-B124-30041B69659B}" dt="2026-07-20T17:49:46.061" v="7655" actId="1037"/>
          <ac:spMkLst>
            <pc:docMk/>
            <pc:sldMk cId="1474035538" sldId="275"/>
            <ac:spMk id="184" creationId="{D002C4A2-C820-7A81-2372-7844B159D854}"/>
          </ac:spMkLst>
        </pc:spChg>
        <pc:spChg chg="mod">
          <ac:chgData name="Mellen, Brian C. [US-US]" userId="5d1ce5b9-f372-4b01-a2bb-24d7ad25d806" providerId="ADAL" clId="{708D641B-74B9-42CA-B124-30041B69659B}" dt="2026-07-20T17:49:46.061" v="7655" actId="1037"/>
          <ac:spMkLst>
            <pc:docMk/>
            <pc:sldMk cId="1474035538" sldId="275"/>
            <ac:spMk id="245" creationId="{3D5EFD95-1559-18B8-7FC8-4EF2027A826F}"/>
          </ac:spMkLst>
        </pc:spChg>
        <pc:cxnChg chg="mod">
          <ac:chgData name="Mellen, Brian C. [US-US]" userId="5d1ce5b9-f372-4b01-a2bb-24d7ad25d806" providerId="ADAL" clId="{708D641B-74B9-42CA-B124-30041B69659B}" dt="2026-07-20T17:49:46.061" v="7655" actId="1037"/>
          <ac:cxnSpMkLst>
            <pc:docMk/>
            <pc:sldMk cId="1474035538" sldId="275"/>
            <ac:cxnSpMk id="24" creationId="{B25E4C8B-64D6-03FE-308C-0B04EB831C2F}"/>
          </ac:cxnSpMkLst>
        </pc:cxnChg>
      </pc:sldChg>
      <pc:sldChg chg="addSp delSp modSp add mod">
        <pc:chgData name="Mellen, Brian C. [US-US]" userId="5d1ce5b9-f372-4b01-a2bb-24d7ad25d806" providerId="ADAL" clId="{708D641B-74B9-42CA-B124-30041B69659B}" dt="2026-07-21T13:13:29.686" v="9450" actId="113"/>
        <pc:sldMkLst>
          <pc:docMk/>
          <pc:sldMk cId="2300436520" sldId="276"/>
        </pc:sldMkLst>
        <pc:spChg chg="mod">
          <ac:chgData name="Mellen, Brian C. [US-US]" userId="5d1ce5b9-f372-4b01-a2bb-24d7ad25d806" providerId="ADAL" clId="{708D641B-74B9-42CA-B124-30041B69659B}" dt="2026-07-20T17:50:00.117" v="7715" actId="1035"/>
          <ac:spMkLst>
            <pc:docMk/>
            <pc:sldMk cId="2300436520" sldId="276"/>
            <ac:spMk id="2" creationId="{8466CD30-8F20-8897-40BF-CECF78218486}"/>
          </ac:spMkLst>
        </pc:spChg>
        <pc:spChg chg="mod">
          <ac:chgData name="Mellen, Brian C. [US-US]" userId="5d1ce5b9-f372-4b01-a2bb-24d7ad25d806" providerId="ADAL" clId="{708D641B-74B9-42CA-B124-30041B69659B}" dt="2026-07-20T17:50:00.117" v="7715" actId="1035"/>
          <ac:spMkLst>
            <pc:docMk/>
            <pc:sldMk cId="2300436520" sldId="276"/>
            <ac:spMk id="3" creationId="{FCB22361-0AE8-7DD3-82BF-5D1DC1D47264}"/>
          </ac:spMkLst>
        </pc:spChg>
        <pc:spChg chg="add">
          <ac:chgData name="Mellen, Brian C. [US-US]" userId="5d1ce5b9-f372-4b01-a2bb-24d7ad25d806" providerId="ADAL" clId="{708D641B-74B9-42CA-B124-30041B69659B}" dt="2026-07-20T17:50:03.321" v="7716" actId="22"/>
          <ac:spMkLst>
            <pc:docMk/>
            <pc:sldMk cId="2300436520" sldId="276"/>
            <ac:spMk id="33" creationId="{B50BFC99-6A03-DF80-1E89-ED355DF5D25D}"/>
          </ac:spMkLst>
        </pc:spChg>
        <pc:spChg chg="add">
          <ac:chgData name="Mellen, Brian C. [US-US]" userId="5d1ce5b9-f372-4b01-a2bb-24d7ad25d806" providerId="ADAL" clId="{708D641B-74B9-42CA-B124-30041B69659B}" dt="2026-07-20T17:50:03.321" v="7716" actId="22"/>
          <ac:spMkLst>
            <pc:docMk/>
            <pc:sldMk cId="2300436520" sldId="276"/>
            <ac:spMk id="35" creationId="{A1900A16-A3BC-2609-E572-3FC27485A70B}"/>
          </ac:spMkLst>
        </pc:spChg>
        <pc:spChg chg="add mod">
          <ac:chgData name="Mellen, Brian C. [US-US]" userId="5d1ce5b9-f372-4b01-a2bb-24d7ad25d806" providerId="ADAL" clId="{708D641B-74B9-42CA-B124-30041B69659B}" dt="2026-07-21T13:13:29.686" v="9450" actId="113"/>
          <ac:spMkLst>
            <pc:docMk/>
            <pc:sldMk cId="2300436520" sldId="276"/>
            <ac:spMk id="40" creationId="{DECE73C7-DCC5-0974-100B-5AFB289B2401}"/>
          </ac:spMkLst>
        </pc:spChg>
        <pc:spChg chg="mod">
          <ac:chgData name="Mellen, Brian C. [US-US]" userId="5d1ce5b9-f372-4b01-a2bb-24d7ad25d806" providerId="ADAL" clId="{708D641B-74B9-42CA-B124-30041B69659B}" dt="2026-07-20T17:50:00.117" v="7715" actId="1035"/>
          <ac:spMkLst>
            <pc:docMk/>
            <pc:sldMk cId="2300436520" sldId="276"/>
            <ac:spMk id="50" creationId="{A1E27EC7-47C5-9474-463C-FDC6313DF418}"/>
          </ac:spMkLst>
        </pc:spChg>
        <pc:spChg chg="mod">
          <ac:chgData name="Mellen, Brian C. [US-US]" userId="5d1ce5b9-f372-4b01-a2bb-24d7ad25d806" providerId="ADAL" clId="{708D641B-74B9-42CA-B124-30041B69659B}" dt="2026-07-20T17:50:00.117" v="7715" actId="1035"/>
          <ac:spMkLst>
            <pc:docMk/>
            <pc:sldMk cId="2300436520" sldId="276"/>
            <ac:spMk id="56" creationId="{7F1D4FED-DD79-C8F0-F815-371B6FBC3171}"/>
          </ac:spMkLst>
        </pc:spChg>
        <pc:spChg chg="mod">
          <ac:chgData name="Mellen, Brian C. [US-US]" userId="5d1ce5b9-f372-4b01-a2bb-24d7ad25d806" providerId="ADAL" clId="{708D641B-74B9-42CA-B124-30041B69659B}" dt="2026-07-20T17:50:00.117" v="7715" actId="1035"/>
          <ac:spMkLst>
            <pc:docMk/>
            <pc:sldMk cId="2300436520" sldId="276"/>
            <ac:spMk id="132" creationId="{F88FE56B-7E07-C5F4-24F6-30A770EA6192}"/>
          </ac:spMkLst>
        </pc:spChg>
        <pc:spChg chg="mod">
          <ac:chgData name="Mellen, Brian C. [US-US]" userId="5d1ce5b9-f372-4b01-a2bb-24d7ad25d806" providerId="ADAL" clId="{708D641B-74B9-42CA-B124-30041B69659B}" dt="2026-07-20T17:50:00.117" v="7715" actId="1035"/>
          <ac:spMkLst>
            <pc:docMk/>
            <pc:sldMk cId="2300436520" sldId="276"/>
            <ac:spMk id="157" creationId="{1A4556DB-7ECC-0E37-229C-1F5DAC591AAB}"/>
          </ac:spMkLst>
        </pc:spChg>
        <pc:spChg chg="mod">
          <ac:chgData name="Mellen, Brian C. [US-US]" userId="5d1ce5b9-f372-4b01-a2bb-24d7ad25d806" providerId="ADAL" clId="{708D641B-74B9-42CA-B124-30041B69659B}" dt="2026-07-20T17:50:00.117" v="7715" actId="1035"/>
          <ac:spMkLst>
            <pc:docMk/>
            <pc:sldMk cId="2300436520" sldId="276"/>
            <ac:spMk id="175" creationId="{DF2E4993-03FB-CE45-7C1A-D144C3961E3F}"/>
          </ac:spMkLst>
        </pc:spChg>
        <pc:spChg chg="mod">
          <ac:chgData name="Mellen, Brian C. [US-US]" userId="5d1ce5b9-f372-4b01-a2bb-24d7ad25d806" providerId="ADAL" clId="{708D641B-74B9-42CA-B124-30041B69659B}" dt="2026-07-20T17:50:00.117" v="7715" actId="1035"/>
          <ac:spMkLst>
            <pc:docMk/>
            <pc:sldMk cId="2300436520" sldId="276"/>
            <ac:spMk id="179" creationId="{F0CCB9EF-6592-5ABD-69DF-D0D265906379}"/>
          </ac:spMkLst>
        </pc:spChg>
        <pc:spChg chg="mod">
          <ac:chgData name="Mellen, Brian C. [US-US]" userId="5d1ce5b9-f372-4b01-a2bb-24d7ad25d806" providerId="ADAL" clId="{708D641B-74B9-42CA-B124-30041B69659B}" dt="2026-07-20T17:50:00.117" v="7715" actId="1035"/>
          <ac:spMkLst>
            <pc:docMk/>
            <pc:sldMk cId="2300436520" sldId="276"/>
            <ac:spMk id="185" creationId="{839F2901-37BE-2DC7-900F-11BC5F08ED5B}"/>
          </ac:spMkLst>
        </pc:spChg>
        <pc:spChg chg="mod">
          <ac:chgData name="Mellen, Brian C. [US-US]" userId="5d1ce5b9-f372-4b01-a2bb-24d7ad25d806" providerId="ADAL" clId="{708D641B-74B9-42CA-B124-30041B69659B}" dt="2026-07-20T17:50:00.117" v="7715" actId="1035"/>
          <ac:spMkLst>
            <pc:docMk/>
            <pc:sldMk cId="2300436520" sldId="276"/>
            <ac:spMk id="246" creationId="{BA23CD60-12D3-617D-E965-F5F68E706584}"/>
          </ac:spMkLst>
        </pc:spChg>
      </pc:sldChg>
      <pc:sldChg chg="addSp delSp modSp add mod">
        <pc:chgData name="Mellen, Brian C. [US-US]" userId="5d1ce5b9-f372-4b01-a2bb-24d7ad25d806" providerId="ADAL" clId="{708D641B-74B9-42CA-B124-30041B69659B}" dt="2026-07-21T13:17:07.028" v="9482" actId="20577"/>
        <pc:sldMkLst>
          <pc:docMk/>
          <pc:sldMk cId="439691415" sldId="277"/>
        </pc:sldMkLst>
        <pc:spChg chg="add">
          <ac:chgData name="Mellen, Brian C. [US-US]" userId="5d1ce5b9-f372-4b01-a2bb-24d7ad25d806" providerId="ADAL" clId="{708D641B-74B9-42CA-B124-30041B69659B}" dt="2026-07-20T17:50:16.927" v="7796" actId="22"/>
          <ac:spMkLst>
            <pc:docMk/>
            <pc:sldMk cId="439691415" sldId="277"/>
            <ac:spMk id="33" creationId="{909BC6A4-71C4-9C38-7C66-AB61D837E88D}"/>
          </ac:spMkLst>
        </pc:spChg>
        <pc:spChg chg="add">
          <ac:chgData name="Mellen, Brian C. [US-US]" userId="5d1ce5b9-f372-4b01-a2bb-24d7ad25d806" providerId="ADAL" clId="{708D641B-74B9-42CA-B124-30041B69659B}" dt="2026-07-20T17:50:16.927" v="7796" actId="22"/>
          <ac:spMkLst>
            <pc:docMk/>
            <pc:sldMk cId="439691415" sldId="277"/>
            <ac:spMk id="35" creationId="{96CDD002-0E81-5F95-4D0F-89CD64786C1D}"/>
          </ac:spMkLst>
        </pc:spChg>
        <pc:spChg chg="mod">
          <ac:chgData name="Mellen, Brian C. [US-US]" userId="5d1ce5b9-f372-4b01-a2bb-24d7ad25d806" providerId="ADAL" clId="{708D641B-74B9-42CA-B124-30041B69659B}" dt="2026-07-20T17:50:13.690" v="7795" actId="1035"/>
          <ac:spMkLst>
            <pc:docMk/>
            <pc:sldMk cId="439691415" sldId="277"/>
            <ac:spMk id="38" creationId="{B3F5CC2D-E338-93EE-2E7E-8C40D796D132}"/>
          </ac:spMkLst>
        </pc:spChg>
        <pc:spChg chg="mod">
          <ac:chgData name="Mellen, Brian C. [US-US]" userId="5d1ce5b9-f372-4b01-a2bb-24d7ad25d806" providerId="ADAL" clId="{708D641B-74B9-42CA-B124-30041B69659B}" dt="2026-07-20T17:50:13.690" v="7795" actId="1035"/>
          <ac:spMkLst>
            <pc:docMk/>
            <pc:sldMk cId="439691415" sldId="277"/>
            <ac:spMk id="39" creationId="{53441CF2-433F-B671-8FA7-64DAE049F939}"/>
          </ac:spMkLst>
        </pc:spChg>
        <pc:spChg chg="add mod">
          <ac:chgData name="Mellen, Brian C. [US-US]" userId="5d1ce5b9-f372-4b01-a2bb-24d7ad25d806" providerId="ADAL" clId="{708D641B-74B9-42CA-B124-30041B69659B}" dt="2026-07-21T13:17:07.028" v="9482" actId="20577"/>
          <ac:spMkLst>
            <pc:docMk/>
            <pc:sldMk cId="439691415" sldId="277"/>
            <ac:spMk id="40" creationId="{41CFDAA9-A2AC-5E2B-1CF2-600A1CC7F18F}"/>
          </ac:spMkLst>
        </pc:spChg>
        <pc:spChg chg="mod">
          <ac:chgData name="Mellen, Brian C. [US-US]" userId="5d1ce5b9-f372-4b01-a2bb-24d7ad25d806" providerId="ADAL" clId="{708D641B-74B9-42CA-B124-30041B69659B}" dt="2026-07-20T17:50:13.690" v="7795" actId="1035"/>
          <ac:spMkLst>
            <pc:docMk/>
            <pc:sldMk cId="439691415" sldId="277"/>
            <ac:spMk id="57" creationId="{A3855545-9EFC-3C1A-37EF-E5AB0CDFFE61}"/>
          </ac:spMkLst>
        </pc:spChg>
        <pc:spChg chg="mod">
          <ac:chgData name="Mellen, Brian C. [US-US]" userId="5d1ce5b9-f372-4b01-a2bb-24d7ad25d806" providerId="ADAL" clId="{708D641B-74B9-42CA-B124-30041B69659B}" dt="2026-07-20T17:50:13.690" v="7795" actId="1035"/>
          <ac:spMkLst>
            <pc:docMk/>
            <pc:sldMk cId="439691415" sldId="277"/>
            <ac:spMk id="79" creationId="{DCBFA775-F53F-507A-BFD1-B94245D12F8C}"/>
          </ac:spMkLst>
        </pc:spChg>
        <pc:spChg chg="mod">
          <ac:chgData name="Mellen, Brian C. [US-US]" userId="5d1ce5b9-f372-4b01-a2bb-24d7ad25d806" providerId="ADAL" clId="{708D641B-74B9-42CA-B124-30041B69659B}" dt="2026-07-20T17:50:13.690" v="7795" actId="1035"/>
          <ac:spMkLst>
            <pc:docMk/>
            <pc:sldMk cId="439691415" sldId="277"/>
            <ac:spMk id="159" creationId="{E0210874-927B-F815-1323-094D5A761192}"/>
          </ac:spMkLst>
        </pc:spChg>
        <pc:spChg chg="mod">
          <ac:chgData name="Mellen, Brian C. [US-US]" userId="5d1ce5b9-f372-4b01-a2bb-24d7ad25d806" providerId="ADAL" clId="{708D641B-74B9-42CA-B124-30041B69659B}" dt="2026-07-20T17:50:13.690" v="7795" actId="1035"/>
          <ac:spMkLst>
            <pc:docMk/>
            <pc:sldMk cId="439691415" sldId="277"/>
            <ac:spMk id="167" creationId="{76631C36-7066-ECDB-ADD3-56B3B93E7CEF}"/>
          </ac:spMkLst>
        </pc:spChg>
        <pc:spChg chg="mod">
          <ac:chgData name="Mellen, Brian C. [US-US]" userId="5d1ce5b9-f372-4b01-a2bb-24d7ad25d806" providerId="ADAL" clId="{708D641B-74B9-42CA-B124-30041B69659B}" dt="2026-07-20T17:50:13.690" v="7795" actId="1035"/>
          <ac:spMkLst>
            <pc:docMk/>
            <pc:sldMk cId="439691415" sldId="277"/>
            <ac:spMk id="176" creationId="{41ADD784-A007-2526-833A-6C0ED0691DE8}"/>
          </ac:spMkLst>
        </pc:spChg>
        <pc:spChg chg="mod">
          <ac:chgData name="Mellen, Brian C. [US-US]" userId="5d1ce5b9-f372-4b01-a2bb-24d7ad25d806" providerId="ADAL" clId="{708D641B-74B9-42CA-B124-30041B69659B}" dt="2026-07-20T17:50:13.690" v="7795" actId="1035"/>
          <ac:spMkLst>
            <pc:docMk/>
            <pc:sldMk cId="439691415" sldId="277"/>
            <ac:spMk id="186" creationId="{966E6DD6-C068-407A-B760-1ACFE8C04097}"/>
          </ac:spMkLst>
        </pc:spChg>
        <pc:spChg chg="mod">
          <ac:chgData name="Mellen, Brian C. [US-US]" userId="5d1ce5b9-f372-4b01-a2bb-24d7ad25d806" providerId="ADAL" clId="{708D641B-74B9-42CA-B124-30041B69659B}" dt="2026-07-20T17:50:13.690" v="7795" actId="1035"/>
          <ac:spMkLst>
            <pc:docMk/>
            <pc:sldMk cId="439691415" sldId="277"/>
            <ac:spMk id="240" creationId="{35F90B08-D8F2-E21E-F2DB-AF3EF31AC5FC}"/>
          </ac:spMkLst>
        </pc:spChg>
        <pc:spChg chg="mod">
          <ac:chgData name="Mellen, Brian C. [US-US]" userId="5d1ce5b9-f372-4b01-a2bb-24d7ad25d806" providerId="ADAL" clId="{708D641B-74B9-42CA-B124-30041B69659B}" dt="2026-07-20T17:50:13.690" v="7795" actId="1035"/>
          <ac:spMkLst>
            <pc:docMk/>
            <pc:sldMk cId="439691415" sldId="277"/>
            <ac:spMk id="247" creationId="{57832507-02D1-5FF8-483A-951FBAB23D6C}"/>
          </ac:spMkLst>
        </pc:spChg>
      </pc:sldChg>
      <pc:sldChg chg="addSp delSp modSp add mod">
        <pc:chgData name="Mellen, Brian C. [US-US]" userId="5d1ce5b9-f372-4b01-a2bb-24d7ad25d806" providerId="ADAL" clId="{708D641B-74B9-42CA-B124-30041B69659B}" dt="2026-07-21T13:19:39.546" v="9508" actId="20577"/>
        <pc:sldMkLst>
          <pc:docMk/>
          <pc:sldMk cId="2190618576" sldId="278"/>
        </pc:sldMkLst>
        <pc:spChg chg="mod">
          <ac:chgData name="Mellen, Brian C. [US-US]" userId="5d1ce5b9-f372-4b01-a2bb-24d7ad25d806" providerId="ADAL" clId="{708D641B-74B9-42CA-B124-30041B69659B}" dt="2026-07-20T17:50:28.460" v="7863" actId="1036"/>
          <ac:spMkLst>
            <pc:docMk/>
            <pc:sldMk cId="2190618576" sldId="278"/>
            <ac:spMk id="8" creationId="{BF10ADA3-204A-8D07-08A9-3D127123553F}"/>
          </ac:spMkLst>
        </pc:spChg>
        <pc:spChg chg="mod">
          <ac:chgData name="Mellen, Brian C. [US-US]" userId="5d1ce5b9-f372-4b01-a2bb-24d7ad25d806" providerId="ADAL" clId="{708D641B-74B9-42CA-B124-30041B69659B}" dt="2026-07-20T17:50:28.460" v="7863" actId="1036"/>
          <ac:spMkLst>
            <pc:docMk/>
            <pc:sldMk cId="2190618576" sldId="278"/>
            <ac:spMk id="11" creationId="{9C3B2A7E-57B1-E52B-D9D2-9003FD4EC1B6}"/>
          </ac:spMkLst>
        </pc:spChg>
        <pc:spChg chg="add">
          <ac:chgData name="Mellen, Brian C. [US-US]" userId="5d1ce5b9-f372-4b01-a2bb-24d7ad25d806" providerId="ADAL" clId="{708D641B-74B9-42CA-B124-30041B69659B}" dt="2026-07-20T17:50:31.436" v="7864" actId="22"/>
          <ac:spMkLst>
            <pc:docMk/>
            <pc:sldMk cId="2190618576" sldId="278"/>
            <ac:spMk id="33" creationId="{B7348C6F-DDF0-1F3C-9C2A-7CDB8DB5318E}"/>
          </ac:spMkLst>
        </pc:spChg>
        <pc:spChg chg="add">
          <ac:chgData name="Mellen, Brian C. [US-US]" userId="5d1ce5b9-f372-4b01-a2bb-24d7ad25d806" providerId="ADAL" clId="{708D641B-74B9-42CA-B124-30041B69659B}" dt="2026-07-20T17:50:31.436" v="7864" actId="22"/>
          <ac:spMkLst>
            <pc:docMk/>
            <pc:sldMk cId="2190618576" sldId="278"/>
            <ac:spMk id="35" creationId="{174CD0C2-70B5-FA7A-C6D9-87F6886C20AE}"/>
          </ac:spMkLst>
        </pc:spChg>
        <pc:spChg chg="add mod">
          <ac:chgData name="Mellen, Brian C. [US-US]" userId="5d1ce5b9-f372-4b01-a2bb-24d7ad25d806" providerId="ADAL" clId="{708D641B-74B9-42CA-B124-30041B69659B}" dt="2026-07-21T13:19:39.546" v="9508" actId="20577"/>
          <ac:spMkLst>
            <pc:docMk/>
            <pc:sldMk cId="2190618576" sldId="278"/>
            <ac:spMk id="40" creationId="{78B85545-7C65-37A0-3289-9A51F1D9CA3D}"/>
          </ac:spMkLst>
        </pc:spChg>
        <pc:spChg chg="add mod">
          <ac:chgData name="Mellen, Brian C. [US-US]" userId="5d1ce5b9-f372-4b01-a2bb-24d7ad25d806" providerId="ADAL" clId="{708D641B-74B9-42CA-B124-30041B69659B}" dt="2026-07-21T13:19:04.534" v="9486" actId="1076"/>
          <ac:spMkLst>
            <pc:docMk/>
            <pc:sldMk cId="2190618576" sldId="278"/>
            <ac:spMk id="42" creationId="{8A33A312-E1F2-3715-0F9F-1B923ECC0A68}"/>
          </ac:spMkLst>
        </pc:spChg>
        <pc:spChg chg="add mod">
          <ac:chgData name="Mellen, Brian C. [US-US]" userId="5d1ce5b9-f372-4b01-a2bb-24d7ad25d806" providerId="ADAL" clId="{708D641B-74B9-42CA-B124-30041B69659B}" dt="2026-07-21T13:19:04.534" v="9486" actId="1076"/>
          <ac:spMkLst>
            <pc:docMk/>
            <pc:sldMk cId="2190618576" sldId="278"/>
            <ac:spMk id="44" creationId="{555E410C-99C6-A2D7-E563-756EC5F687BD}"/>
          </ac:spMkLst>
        </pc:spChg>
        <pc:spChg chg="add mod">
          <ac:chgData name="Mellen, Brian C. [US-US]" userId="5d1ce5b9-f372-4b01-a2bb-24d7ad25d806" providerId="ADAL" clId="{708D641B-74B9-42CA-B124-30041B69659B}" dt="2026-07-21T13:19:04.534" v="9486" actId="1076"/>
          <ac:spMkLst>
            <pc:docMk/>
            <pc:sldMk cId="2190618576" sldId="278"/>
            <ac:spMk id="47" creationId="{F54B8613-19EA-3AAB-228F-22335CC92AAB}"/>
          </ac:spMkLst>
        </pc:spChg>
        <pc:spChg chg="add mod">
          <ac:chgData name="Mellen, Brian C. [US-US]" userId="5d1ce5b9-f372-4b01-a2bb-24d7ad25d806" providerId="ADAL" clId="{708D641B-74B9-42CA-B124-30041B69659B}" dt="2026-07-21T13:19:23.993" v="9488" actId="1076"/>
          <ac:spMkLst>
            <pc:docMk/>
            <pc:sldMk cId="2190618576" sldId="278"/>
            <ac:spMk id="52" creationId="{C24CE149-B467-269B-AB46-68B702D5CF62}"/>
          </ac:spMkLst>
        </pc:spChg>
        <pc:spChg chg="mod">
          <ac:chgData name="Mellen, Brian C. [US-US]" userId="5d1ce5b9-f372-4b01-a2bb-24d7ad25d806" providerId="ADAL" clId="{708D641B-74B9-42CA-B124-30041B69659B}" dt="2026-07-20T17:50:28.460" v="7863" actId="1036"/>
          <ac:spMkLst>
            <pc:docMk/>
            <pc:sldMk cId="2190618576" sldId="278"/>
            <ac:spMk id="142" creationId="{DA8BA092-B3F2-EFF7-8793-6A2242460A27}"/>
          </ac:spMkLst>
        </pc:spChg>
        <pc:spChg chg="mod">
          <ac:chgData name="Mellen, Brian C. [US-US]" userId="5d1ce5b9-f372-4b01-a2bb-24d7ad25d806" providerId="ADAL" clId="{708D641B-74B9-42CA-B124-30041B69659B}" dt="2026-07-20T17:50:28.460" v="7863" actId="1036"/>
          <ac:spMkLst>
            <pc:docMk/>
            <pc:sldMk cId="2190618576" sldId="278"/>
            <ac:spMk id="177" creationId="{B9C3736D-57CD-26F8-976B-031543DD1A0B}"/>
          </ac:spMkLst>
        </pc:spChg>
        <pc:spChg chg="mod">
          <ac:chgData name="Mellen, Brian C. [US-US]" userId="5d1ce5b9-f372-4b01-a2bb-24d7ad25d806" providerId="ADAL" clId="{708D641B-74B9-42CA-B124-30041B69659B}" dt="2026-07-20T17:50:28.460" v="7863" actId="1036"/>
          <ac:spMkLst>
            <pc:docMk/>
            <pc:sldMk cId="2190618576" sldId="278"/>
            <ac:spMk id="241" creationId="{FB3B7267-1097-C1A0-7DD8-427F3BD8EB1A}"/>
          </ac:spMkLst>
        </pc:spChg>
        <pc:spChg chg="mod">
          <ac:chgData name="Mellen, Brian C. [US-US]" userId="5d1ce5b9-f372-4b01-a2bb-24d7ad25d806" providerId="ADAL" clId="{708D641B-74B9-42CA-B124-30041B69659B}" dt="2026-07-20T17:50:28.460" v="7863" actId="1036"/>
          <ac:spMkLst>
            <pc:docMk/>
            <pc:sldMk cId="2190618576" sldId="278"/>
            <ac:spMk id="251" creationId="{B35BDEBF-F1C6-CA1E-DA54-B4E942E9D20D}"/>
          </ac:spMkLst>
        </pc:spChg>
        <pc:cxnChg chg="mod">
          <ac:chgData name="Mellen, Brian C. [US-US]" userId="5d1ce5b9-f372-4b01-a2bb-24d7ad25d806" providerId="ADAL" clId="{708D641B-74B9-42CA-B124-30041B69659B}" dt="2026-07-20T17:50:28.460" v="7863" actId="1036"/>
          <ac:cxnSpMkLst>
            <pc:docMk/>
            <pc:sldMk cId="2190618576" sldId="278"/>
            <ac:cxnSpMk id="30" creationId="{8881FE95-F1B7-4EA2-9D83-D8AD25E8955A}"/>
          </ac:cxnSpMkLst>
        </pc:cxnChg>
      </pc:sldChg>
      <pc:sldChg chg="addSp delSp modSp add mod">
        <pc:chgData name="Mellen, Brian C. [US-US]" userId="5d1ce5b9-f372-4b01-a2bb-24d7ad25d806" providerId="ADAL" clId="{708D641B-74B9-42CA-B124-30041B69659B}" dt="2026-07-21T13:21:56.961" v="9520" actId="113"/>
        <pc:sldMkLst>
          <pc:docMk/>
          <pc:sldMk cId="348144248" sldId="279"/>
        </pc:sldMkLst>
        <pc:spChg chg="mod">
          <ac:chgData name="Mellen, Brian C. [US-US]" userId="5d1ce5b9-f372-4b01-a2bb-24d7ad25d806" providerId="ADAL" clId="{708D641B-74B9-42CA-B124-30041B69659B}" dt="2026-07-20T17:50:41.662" v="7935" actId="1035"/>
          <ac:spMkLst>
            <pc:docMk/>
            <pc:sldMk cId="348144248" sldId="279"/>
            <ac:spMk id="10" creationId="{3936D934-ABCA-3A7B-3F06-1C0784051102}"/>
          </ac:spMkLst>
        </pc:spChg>
        <pc:spChg chg="add">
          <ac:chgData name="Mellen, Brian C. [US-US]" userId="5d1ce5b9-f372-4b01-a2bb-24d7ad25d806" providerId="ADAL" clId="{708D641B-74B9-42CA-B124-30041B69659B}" dt="2026-07-20T17:50:44.866" v="7936" actId="22"/>
          <ac:spMkLst>
            <pc:docMk/>
            <pc:sldMk cId="348144248" sldId="279"/>
            <ac:spMk id="33" creationId="{849876BC-4565-949F-3EC8-A20D65C0D85E}"/>
          </ac:spMkLst>
        </pc:spChg>
        <pc:spChg chg="add">
          <ac:chgData name="Mellen, Brian C. [US-US]" userId="5d1ce5b9-f372-4b01-a2bb-24d7ad25d806" providerId="ADAL" clId="{708D641B-74B9-42CA-B124-30041B69659B}" dt="2026-07-20T17:50:44.866" v="7936" actId="22"/>
          <ac:spMkLst>
            <pc:docMk/>
            <pc:sldMk cId="348144248" sldId="279"/>
            <ac:spMk id="35" creationId="{C1ECC7CB-AAA5-173D-5DE5-82EFB19CE05B}"/>
          </ac:spMkLst>
        </pc:spChg>
        <pc:spChg chg="add mod">
          <ac:chgData name="Mellen, Brian C. [US-US]" userId="5d1ce5b9-f372-4b01-a2bb-24d7ad25d806" providerId="ADAL" clId="{708D641B-74B9-42CA-B124-30041B69659B}" dt="2026-07-21T13:21:56.961" v="9520" actId="113"/>
          <ac:spMkLst>
            <pc:docMk/>
            <pc:sldMk cId="348144248" sldId="279"/>
            <ac:spMk id="40" creationId="{6C66FE3D-C023-456A-C9F2-F146A5446E1F}"/>
          </ac:spMkLst>
        </pc:spChg>
        <pc:spChg chg="mod">
          <ac:chgData name="Mellen, Brian C. [US-US]" userId="5d1ce5b9-f372-4b01-a2bb-24d7ad25d806" providerId="ADAL" clId="{708D641B-74B9-42CA-B124-30041B69659B}" dt="2026-07-20T17:50:41.662" v="7935" actId="1035"/>
          <ac:spMkLst>
            <pc:docMk/>
            <pc:sldMk cId="348144248" sldId="279"/>
            <ac:spMk id="59" creationId="{D58D7F57-F34E-E7BB-6276-E7FF521B8CF7}"/>
          </ac:spMkLst>
        </pc:spChg>
        <pc:spChg chg="mod">
          <ac:chgData name="Mellen, Brian C. [US-US]" userId="5d1ce5b9-f372-4b01-a2bb-24d7ad25d806" providerId="ADAL" clId="{708D641B-74B9-42CA-B124-30041B69659B}" dt="2026-07-20T17:50:41.662" v="7935" actId="1035"/>
          <ac:spMkLst>
            <pc:docMk/>
            <pc:sldMk cId="348144248" sldId="279"/>
            <ac:spMk id="60" creationId="{4FBAB3B9-D152-4C32-20EF-12548F06B021}"/>
          </ac:spMkLst>
        </pc:spChg>
        <pc:spChg chg="mod">
          <ac:chgData name="Mellen, Brian C. [US-US]" userId="5d1ce5b9-f372-4b01-a2bb-24d7ad25d806" providerId="ADAL" clId="{708D641B-74B9-42CA-B124-30041B69659B}" dt="2026-07-20T17:50:41.662" v="7935" actId="1035"/>
          <ac:spMkLst>
            <pc:docMk/>
            <pc:sldMk cId="348144248" sldId="279"/>
            <ac:spMk id="82" creationId="{4B428F59-D39F-C3ED-A191-C347FEA6D6CA}"/>
          </ac:spMkLst>
        </pc:spChg>
        <pc:spChg chg="mod">
          <ac:chgData name="Mellen, Brian C. [US-US]" userId="5d1ce5b9-f372-4b01-a2bb-24d7ad25d806" providerId="ADAL" clId="{708D641B-74B9-42CA-B124-30041B69659B}" dt="2026-07-20T17:50:41.662" v="7935" actId="1035"/>
          <ac:spMkLst>
            <pc:docMk/>
            <pc:sldMk cId="348144248" sldId="279"/>
            <ac:spMk id="143" creationId="{E9D40B59-0434-4B29-A05E-1FA945BE23AB}"/>
          </ac:spMkLst>
        </pc:spChg>
        <pc:spChg chg="mod">
          <ac:chgData name="Mellen, Brian C. [US-US]" userId="5d1ce5b9-f372-4b01-a2bb-24d7ad25d806" providerId="ADAL" clId="{708D641B-74B9-42CA-B124-30041B69659B}" dt="2026-07-20T17:50:41.662" v="7935" actId="1035"/>
          <ac:spMkLst>
            <pc:docMk/>
            <pc:sldMk cId="348144248" sldId="279"/>
            <ac:spMk id="162" creationId="{57008071-D94C-9D77-A519-4E0BC6FF98DB}"/>
          </ac:spMkLst>
        </pc:spChg>
        <pc:spChg chg="mod">
          <ac:chgData name="Mellen, Brian C. [US-US]" userId="5d1ce5b9-f372-4b01-a2bb-24d7ad25d806" providerId="ADAL" clId="{708D641B-74B9-42CA-B124-30041B69659B}" dt="2026-07-20T17:50:41.662" v="7935" actId="1035"/>
          <ac:spMkLst>
            <pc:docMk/>
            <pc:sldMk cId="348144248" sldId="279"/>
            <ac:spMk id="178" creationId="{44D114C3-FFC0-BF47-6AC5-D8DB1D87B0BC}"/>
          </ac:spMkLst>
        </pc:spChg>
        <pc:spChg chg="mod">
          <ac:chgData name="Mellen, Brian C. [US-US]" userId="5d1ce5b9-f372-4b01-a2bb-24d7ad25d806" providerId="ADAL" clId="{708D641B-74B9-42CA-B124-30041B69659B}" dt="2026-07-20T17:50:41.662" v="7935" actId="1035"/>
          <ac:spMkLst>
            <pc:docMk/>
            <pc:sldMk cId="348144248" sldId="279"/>
            <ac:spMk id="181" creationId="{6A9B4A58-AA62-1669-9583-CAB8A6D2349B}"/>
          </ac:spMkLst>
        </pc:spChg>
        <pc:spChg chg="mod">
          <ac:chgData name="Mellen, Brian C. [US-US]" userId="5d1ce5b9-f372-4b01-a2bb-24d7ad25d806" providerId="ADAL" clId="{708D641B-74B9-42CA-B124-30041B69659B}" dt="2026-07-20T17:50:41.662" v="7935" actId="1035"/>
          <ac:spMkLst>
            <pc:docMk/>
            <pc:sldMk cId="348144248" sldId="279"/>
            <ac:spMk id="188" creationId="{C9C7D79A-4B08-30BC-3BF2-F37143725318}"/>
          </ac:spMkLst>
        </pc:spChg>
        <pc:spChg chg="mod">
          <ac:chgData name="Mellen, Brian C. [US-US]" userId="5d1ce5b9-f372-4b01-a2bb-24d7ad25d806" providerId="ADAL" clId="{708D641B-74B9-42CA-B124-30041B69659B}" dt="2026-07-20T17:50:41.662" v="7935" actId="1035"/>
          <ac:spMkLst>
            <pc:docMk/>
            <pc:sldMk cId="348144248" sldId="279"/>
            <ac:spMk id="252" creationId="{2EEF4E6A-95F1-5C7F-62BF-B831A882FE49}"/>
          </ac:spMkLst>
        </pc:spChg>
      </pc:sldChg>
      <pc:sldChg chg="addSp delSp modSp add mod">
        <pc:chgData name="Mellen, Brian C. [US-US]" userId="5d1ce5b9-f372-4b01-a2bb-24d7ad25d806" providerId="ADAL" clId="{708D641B-74B9-42CA-B124-30041B69659B}" dt="2026-07-22T12:48:52.043" v="9691" actId="20577"/>
        <pc:sldMkLst>
          <pc:docMk/>
          <pc:sldMk cId="3638160057" sldId="280"/>
        </pc:sldMkLst>
        <pc:spChg chg="add">
          <ac:chgData name="Mellen, Brian C. [US-US]" userId="5d1ce5b9-f372-4b01-a2bb-24d7ad25d806" providerId="ADAL" clId="{708D641B-74B9-42CA-B124-30041B69659B}" dt="2026-07-20T17:51:00.579" v="7937" actId="22"/>
          <ac:spMkLst>
            <pc:docMk/>
            <pc:sldMk cId="3638160057" sldId="280"/>
            <ac:spMk id="9" creationId="{92CB116D-8B9E-A8BB-7F8F-B0A7F7F27FD8}"/>
          </ac:spMkLst>
        </pc:spChg>
        <pc:spChg chg="add">
          <ac:chgData name="Mellen, Brian C. [US-US]" userId="5d1ce5b9-f372-4b01-a2bb-24d7ad25d806" providerId="ADAL" clId="{708D641B-74B9-42CA-B124-30041B69659B}" dt="2026-07-20T17:51:00.579" v="7937" actId="22"/>
          <ac:spMkLst>
            <pc:docMk/>
            <pc:sldMk cId="3638160057" sldId="280"/>
            <ac:spMk id="11" creationId="{499A9248-7688-2779-2EFD-69ABA5A8DAA3}"/>
          </ac:spMkLst>
        </pc:spChg>
        <pc:spChg chg="add mod">
          <ac:chgData name="Mellen, Brian C. [US-US]" userId="5d1ce5b9-f372-4b01-a2bb-24d7ad25d806" providerId="ADAL" clId="{708D641B-74B9-42CA-B124-30041B69659B}" dt="2026-07-22T12:48:52.043" v="9691" actId="20577"/>
          <ac:spMkLst>
            <pc:docMk/>
            <pc:sldMk cId="3638160057" sldId="280"/>
            <ac:spMk id="13" creationId="{72E3BBDE-4320-5835-C3BD-4C433C367C33}"/>
          </ac:spMkLst>
        </pc:spChg>
        <pc:spChg chg="mod">
          <ac:chgData name="Mellen, Brian C. [US-US]" userId="5d1ce5b9-f372-4b01-a2bb-24d7ad25d806" providerId="ADAL" clId="{708D641B-74B9-42CA-B124-30041B69659B}" dt="2026-07-20T17:51:15.409" v="7943" actId="1035"/>
          <ac:spMkLst>
            <pc:docMk/>
            <pc:sldMk cId="3638160057" sldId="280"/>
            <ac:spMk id="18" creationId="{B6D703CF-8D6E-5FA8-F004-C3916E24C368}"/>
          </ac:spMkLst>
        </pc:spChg>
        <pc:spChg chg="mod">
          <ac:chgData name="Mellen, Brian C. [US-US]" userId="5d1ce5b9-f372-4b01-a2bb-24d7ad25d806" providerId="ADAL" clId="{708D641B-74B9-42CA-B124-30041B69659B}" dt="2026-07-20T17:51:15.409" v="7943" actId="1035"/>
          <ac:spMkLst>
            <pc:docMk/>
            <pc:sldMk cId="3638160057" sldId="280"/>
            <ac:spMk id="40" creationId="{54282485-213B-2337-1C11-4E7F7FA85F32}"/>
          </ac:spMkLst>
        </pc:spChg>
        <pc:spChg chg="mod">
          <ac:chgData name="Mellen, Brian C. [US-US]" userId="5d1ce5b9-f372-4b01-a2bb-24d7ad25d806" providerId="ADAL" clId="{708D641B-74B9-42CA-B124-30041B69659B}" dt="2026-07-20T17:51:15.409" v="7943" actId="1035"/>
          <ac:spMkLst>
            <pc:docMk/>
            <pc:sldMk cId="3638160057" sldId="280"/>
            <ac:spMk id="41" creationId="{F5BDAB51-32B6-1AE8-2173-A84B06D222A8}"/>
          </ac:spMkLst>
        </pc:spChg>
        <pc:spChg chg="mod">
          <ac:chgData name="Mellen, Brian C. [US-US]" userId="5d1ce5b9-f372-4b01-a2bb-24d7ad25d806" providerId="ADAL" clId="{708D641B-74B9-42CA-B124-30041B69659B}" dt="2026-07-20T17:51:15.409" v="7943" actId="1035"/>
          <ac:spMkLst>
            <pc:docMk/>
            <pc:sldMk cId="3638160057" sldId="280"/>
            <ac:spMk id="42" creationId="{6ABF4BCC-88F3-7108-8860-CB7273AF9A34}"/>
          </ac:spMkLst>
        </pc:spChg>
        <pc:spChg chg="mod">
          <ac:chgData name="Mellen, Brian C. [US-US]" userId="5d1ce5b9-f372-4b01-a2bb-24d7ad25d806" providerId="ADAL" clId="{708D641B-74B9-42CA-B124-30041B69659B}" dt="2026-07-20T17:51:15.409" v="7943" actId="1035"/>
          <ac:spMkLst>
            <pc:docMk/>
            <pc:sldMk cId="3638160057" sldId="280"/>
            <ac:spMk id="43" creationId="{8CBF84E3-63CD-EE07-DB95-B56E25D7B3AB}"/>
          </ac:spMkLst>
        </pc:spChg>
        <pc:spChg chg="mod">
          <ac:chgData name="Mellen, Brian C. [US-US]" userId="5d1ce5b9-f372-4b01-a2bb-24d7ad25d806" providerId="ADAL" clId="{708D641B-74B9-42CA-B124-30041B69659B}" dt="2026-07-20T17:51:15.409" v="7943" actId="1035"/>
          <ac:spMkLst>
            <pc:docMk/>
            <pc:sldMk cId="3638160057" sldId="280"/>
            <ac:spMk id="44" creationId="{3A8830D9-5E79-53C6-506B-2E6B88122FD4}"/>
          </ac:spMkLst>
        </pc:spChg>
        <pc:spChg chg="mod">
          <ac:chgData name="Mellen, Brian C. [US-US]" userId="5d1ce5b9-f372-4b01-a2bb-24d7ad25d806" providerId="ADAL" clId="{708D641B-74B9-42CA-B124-30041B69659B}" dt="2026-07-20T17:51:15.409" v="7943" actId="1035"/>
          <ac:spMkLst>
            <pc:docMk/>
            <pc:sldMk cId="3638160057" sldId="280"/>
            <ac:spMk id="45" creationId="{6DB37B80-35E8-5F48-AA81-3A354B952254}"/>
          </ac:spMkLst>
        </pc:spChg>
        <pc:spChg chg="mod">
          <ac:chgData name="Mellen, Brian C. [US-US]" userId="5d1ce5b9-f372-4b01-a2bb-24d7ad25d806" providerId="ADAL" clId="{708D641B-74B9-42CA-B124-30041B69659B}" dt="2026-07-20T17:51:15.409" v="7943" actId="1035"/>
          <ac:spMkLst>
            <pc:docMk/>
            <pc:sldMk cId="3638160057" sldId="280"/>
            <ac:spMk id="92" creationId="{6A6EC330-5974-12B4-B184-5CB8FEFB6A03}"/>
          </ac:spMkLst>
        </pc:spChg>
        <pc:spChg chg="mod">
          <ac:chgData name="Mellen, Brian C. [US-US]" userId="5d1ce5b9-f372-4b01-a2bb-24d7ad25d806" providerId="ADAL" clId="{708D641B-74B9-42CA-B124-30041B69659B}" dt="2026-07-20T17:51:15.409" v="7943" actId="1035"/>
          <ac:spMkLst>
            <pc:docMk/>
            <pc:sldMk cId="3638160057" sldId="280"/>
            <ac:spMk id="93" creationId="{DE074B81-4C54-1D20-47E0-ECB52C4A83CF}"/>
          </ac:spMkLst>
        </pc:spChg>
        <pc:spChg chg="mod">
          <ac:chgData name="Mellen, Brian C. [US-US]" userId="5d1ce5b9-f372-4b01-a2bb-24d7ad25d806" providerId="ADAL" clId="{708D641B-74B9-42CA-B124-30041B69659B}" dt="2026-07-20T17:51:15.409" v="7943" actId="1035"/>
          <ac:spMkLst>
            <pc:docMk/>
            <pc:sldMk cId="3638160057" sldId="280"/>
            <ac:spMk id="94" creationId="{B2F33FBC-F647-80FD-7E1D-9575700B298C}"/>
          </ac:spMkLst>
        </pc:spChg>
      </pc:sldChg>
      <pc:sldChg chg="addSp delSp modSp add mod">
        <pc:chgData name="Mellen, Brian C. [US-US]" userId="5d1ce5b9-f372-4b01-a2bb-24d7ad25d806" providerId="ADAL" clId="{708D641B-74B9-42CA-B124-30041B69659B}" dt="2026-07-22T12:52:26.210" v="9832" actId="20577"/>
        <pc:sldMkLst>
          <pc:docMk/>
          <pc:sldMk cId="2159445311" sldId="281"/>
        </pc:sldMkLst>
        <pc:spChg chg="mod">
          <ac:chgData name="Mellen, Brian C. [US-US]" userId="5d1ce5b9-f372-4b01-a2bb-24d7ad25d806" providerId="ADAL" clId="{708D641B-74B9-42CA-B124-30041B69659B}" dt="2026-07-20T19:33:15.454" v="7980" actId="1036"/>
          <ac:spMkLst>
            <pc:docMk/>
            <pc:sldMk cId="2159445311" sldId="281"/>
            <ac:spMk id="5" creationId="{DFB4DC60-491D-8A20-811F-6C3D6810EF5D}"/>
          </ac:spMkLst>
        </pc:spChg>
        <pc:spChg chg="add mod">
          <ac:chgData name="Mellen, Brian C. [US-US]" userId="5d1ce5b9-f372-4b01-a2bb-24d7ad25d806" providerId="ADAL" clId="{708D641B-74B9-42CA-B124-30041B69659B}" dt="2026-07-20T19:33:26.434" v="7982" actId="14100"/>
          <ac:spMkLst>
            <pc:docMk/>
            <pc:sldMk cId="2159445311" sldId="281"/>
            <ac:spMk id="9" creationId="{527152C6-4F51-E0FE-4B2B-10A3CDD16806}"/>
          </ac:spMkLst>
        </pc:spChg>
        <pc:spChg chg="add">
          <ac:chgData name="Mellen, Brian C. [US-US]" userId="5d1ce5b9-f372-4b01-a2bb-24d7ad25d806" providerId="ADAL" clId="{708D641B-74B9-42CA-B124-30041B69659B}" dt="2026-07-20T19:33:18.027" v="7981" actId="22"/>
          <ac:spMkLst>
            <pc:docMk/>
            <pc:sldMk cId="2159445311" sldId="281"/>
            <ac:spMk id="11" creationId="{082B0170-D776-3477-47CC-A0F694A7C28F}"/>
          </ac:spMkLst>
        </pc:spChg>
        <pc:spChg chg="add mod">
          <ac:chgData name="Mellen, Brian C. [US-US]" userId="5d1ce5b9-f372-4b01-a2bb-24d7ad25d806" providerId="ADAL" clId="{708D641B-74B9-42CA-B124-30041B69659B}" dt="2026-07-22T12:52:26.210" v="9832" actId="20577"/>
          <ac:spMkLst>
            <pc:docMk/>
            <pc:sldMk cId="2159445311" sldId="281"/>
            <ac:spMk id="13" creationId="{71873ED7-F2D8-FB9A-811F-64A2D30DEA4B}"/>
          </ac:spMkLst>
        </pc:spChg>
        <pc:spChg chg="mod">
          <ac:chgData name="Mellen, Brian C. [US-US]" userId="5d1ce5b9-f372-4b01-a2bb-24d7ad25d806" providerId="ADAL" clId="{708D641B-74B9-42CA-B124-30041B69659B}" dt="2026-07-20T19:33:15.454" v="7980" actId="1036"/>
          <ac:spMkLst>
            <pc:docMk/>
            <pc:sldMk cId="2159445311" sldId="281"/>
            <ac:spMk id="19" creationId="{89AD72DD-BB91-45C2-E822-1BABBCBBE065}"/>
          </ac:spMkLst>
        </pc:spChg>
        <pc:spChg chg="mod">
          <ac:chgData name="Mellen, Brian C. [US-US]" userId="5d1ce5b9-f372-4b01-a2bb-24d7ad25d806" providerId="ADAL" clId="{708D641B-74B9-42CA-B124-30041B69659B}" dt="2026-07-20T19:33:15.454" v="7980" actId="1036"/>
          <ac:spMkLst>
            <pc:docMk/>
            <pc:sldMk cId="2159445311" sldId="281"/>
            <ac:spMk id="66" creationId="{34E604E6-A46D-F5CA-E362-70B2A367F913}"/>
          </ac:spMkLst>
        </pc:spChg>
        <pc:spChg chg="mod">
          <ac:chgData name="Mellen, Brian C. [US-US]" userId="5d1ce5b9-f372-4b01-a2bb-24d7ad25d806" providerId="ADAL" clId="{708D641B-74B9-42CA-B124-30041B69659B}" dt="2026-07-20T19:33:15.454" v="7980" actId="1036"/>
          <ac:spMkLst>
            <pc:docMk/>
            <pc:sldMk cId="2159445311" sldId="281"/>
            <ac:spMk id="68" creationId="{69F27074-D39A-7CE4-110F-11FCD4C1F070}"/>
          </ac:spMkLst>
        </pc:spChg>
        <pc:spChg chg="mod">
          <ac:chgData name="Mellen, Brian C. [US-US]" userId="5d1ce5b9-f372-4b01-a2bb-24d7ad25d806" providerId="ADAL" clId="{708D641B-74B9-42CA-B124-30041B69659B}" dt="2026-07-20T19:33:15.454" v="7980" actId="1036"/>
          <ac:spMkLst>
            <pc:docMk/>
            <pc:sldMk cId="2159445311" sldId="281"/>
            <ac:spMk id="69" creationId="{0E1EDDF2-99BB-006F-0F90-CCFB36112EF9}"/>
          </ac:spMkLst>
        </pc:spChg>
        <pc:spChg chg="mod">
          <ac:chgData name="Mellen, Brian C. [US-US]" userId="5d1ce5b9-f372-4b01-a2bb-24d7ad25d806" providerId="ADAL" clId="{708D641B-74B9-42CA-B124-30041B69659B}" dt="2026-07-20T19:33:15.454" v="7980" actId="1036"/>
          <ac:spMkLst>
            <pc:docMk/>
            <pc:sldMk cId="2159445311" sldId="281"/>
            <ac:spMk id="70" creationId="{038E9C57-C031-91BD-6D4C-5ECDD500543D}"/>
          </ac:spMkLst>
        </pc:spChg>
        <pc:spChg chg="mod">
          <ac:chgData name="Mellen, Brian C. [US-US]" userId="5d1ce5b9-f372-4b01-a2bb-24d7ad25d806" providerId="ADAL" clId="{708D641B-74B9-42CA-B124-30041B69659B}" dt="2026-07-20T19:33:15.454" v="7980" actId="1036"/>
          <ac:spMkLst>
            <pc:docMk/>
            <pc:sldMk cId="2159445311" sldId="281"/>
            <ac:spMk id="71" creationId="{BA51F615-9780-6B29-1F77-B0A3DC01CBF3}"/>
          </ac:spMkLst>
        </pc:spChg>
        <pc:spChg chg="mod">
          <ac:chgData name="Mellen, Brian C. [US-US]" userId="5d1ce5b9-f372-4b01-a2bb-24d7ad25d806" providerId="ADAL" clId="{708D641B-74B9-42CA-B124-30041B69659B}" dt="2026-07-20T19:33:15.454" v="7980" actId="1036"/>
          <ac:spMkLst>
            <pc:docMk/>
            <pc:sldMk cId="2159445311" sldId="281"/>
            <ac:spMk id="72" creationId="{4A77317E-649E-DDB3-96BF-0F8E5E0C2461}"/>
          </ac:spMkLst>
        </pc:spChg>
        <pc:spChg chg="mod">
          <ac:chgData name="Mellen, Brian C. [US-US]" userId="5d1ce5b9-f372-4b01-a2bb-24d7ad25d806" providerId="ADAL" clId="{708D641B-74B9-42CA-B124-30041B69659B}" dt="2026-07-20T19:33:15.454" v="7980" actId="1036"/>
          <ac:spMkLst>
            <pc:docMk/>
            <pc:sldMk cId="2159445311" sldId="281"/>
            <ac:spMk id="73" creationId="{6BEABEA0-C0F8-DA92-91A8-9FE2A1500499}"/>
          </ac:spMkLst>
        </pc:spChg>
        <pc:spChg chg="mod">
          <ac:chgData name="Mellen, Brian C. [US-US]" userId="5d1ce5b9-f372-4b01-a2bb-24d7ad25d806" providerId="ADAL" clId="{708D641B-74B9-42CA-B124-30041B69659B}" dt="2026-07-20T19:33:15.454" v="7980" actId="1036"/>
          <ac:spMkLst>
            <pc:docMk/>
            <pc:sldMk cId="2159445311" sldId="281"/>
            <ac:spMk id="127" creationId="{C965AC4F-92AB-4932-7561-138836BE35B7}"/>
          </ac:spMkLst>
        </pc:spChg>
      </pc:sldChg>
      <pc:sldChg chg="addSp delSp modSp add mod">
        <pc:chgData name="Mellen, Brian C. [US-US]" userId="5d1ce5b9-f372-4b01-a2bb-24d7ad25d806" providerId="ADAL" clId="{708D641B-74B9-42CA-B124-30041B69659B}" dt="2026-07-22T12:58:14.538" v="10045" actId="20577"/>
        <pc:sldMkLst>
          <pc:docMk/>
          <pc:sldMk cId="1922687728" sldId="282"/>
        </pc:sldMkLst>
        <pc:spChg chg="mod">
          <ac:chgData name="Mellen, Brian C. [US-US]" userId="5d1ce5b9-f372-4b01-a2bb-24d7ad25d806" providerId="ADAL" clId="{708D641B-74B9-42CA-B124-30041B69659B}" dt="2026-07-20T19:34:06.317" v="8027" actId="1076"/>
          <ac:spMkLst>
            <pc:docMk/>
            <pc:sldMk cId="1922687728" sldId="282"/>
            <ac:spMk id="6" creationId="{F7BB9795-F28E-EA1F-C3E7-238E8D731D9A}"/>
          </ac:spMkLst>
        </pc:spChg>
        <pc:spChg chg="add mod">
          <ac:chgData name="Mellen, Brian C. [US-US]" userId="5d1ce5b9-f372-4b01-a2bb-24d7ad25d806" providerId="ADAL" clId="{708D641B-74B9-42CA-B124-30041B69659B}" dt="2026-07-20T19:33:47.689" v="8025" actId="14100"/>
          <ac:spMkLst>
            <pc:docMk/>
            <pc:sldMk cId="1922687728" sldId="282"/>
            <ac:spMk id="9" creationId="{61AD2934-0286-2214-D1AE-547C42DAF70A}"/>
          </ac:spMkLst>
        </pc:spChg>
        <pc:spChg chg="add mod">
          <ac:chgData name="Mellen, Brian C. [US-US]" userId="5d1ce5b9-f372-4b01-a2bb-24d7ad25d806" providerId="ADAL" clId="{708D641B-74B9-42CA-B124-30041B69659B}" dt="2026-07-22T12:58:14.538" v="10045" actId="20577"/>
          <ac:spMkLst>
            <pc:docMk/>
            <pc:sldMk cId="1922687728" sldId="282"/>
            <ac:spMk id="11" creationId="{5123BF7F-DC10-5F18-A592-FE7346CD9C13}"/>
          </ac:spMkLst>
        </pc:spChg>
        <pc:spChg chg="add mod">
          <ac:chgData name="Mellen, Brian C. [US-US]" userId="5d1ce5b9-f372-4b01-a2bb-24d7ad25d806" providerId="ADAL" clId="{708D641B-74B9-42CA-B124-30041B69659B}" dt="2026-07-22T12:56:48.973" v="9973" actId="20577"/>
          <ac:spMkLst>
            <pc:docMk/>
            <pc:sldMk cId="1922687728" sldId="282"/>
            <ac:spMk id="13" creationId="{86727937-D6F6-F0B2-2779-3E4117558318}"/>
          </ac:spMkLst>
        </pc:spChg>
        <pc:spChg chg="mod">
          <ac:chgData name="Mellen, Brian C. [US-US]" userId="5d1ce5b9-f372-4b01-a2bb-24d7ad25d806" providerId="ADAL" clId="{708D641B-74B9-42CA-B124-30041B69659B}" dt="2026-07-20T19:34:33.464" v="8035" actId="207"/>
          <ac:spMkLst>
            <pc:docMk/>
            <pc:sldMk cId="1922687728" sldId="282"/>
            <ac:spMk id="20" creationId="{7386682A-9460-690C-CCDF-B11790856C2E}"/>
          </ac:spMkLst>
        </pc:spChg>
        <pc:spChg chg="mod">
          <ac:chgData name="Mellen, Brian C. [US-US]" userId="5d1ce5b9-f372-4b01-a2bb-24d7ad25d806" providerId="ADAL" clId="{708D641B-74B9-42CA-B124-30041B69659B}" dt="2026-07-20T19:34:11.444" v="8029" actId="1076"/>
          <ac:spMkLst>
            <pc:docMk/>
            <pc:sldMk cId="1922687728" sldId="282"/>
            <ac:spMk id="97" creationId="{ED8BBE47-4A3E-BC4A-8AC5-3ABE6E1ECEF2}"/>
          </ac:spMkLst>
        </pc:spChg>
        <pc:spChg chg="mod">
          <ac:chgData name="Mellen, Brian C. [US-US]" userId="5d1ce5b9-f372-4b01-a2bb-24d7ad25d806" providerId="ADAL" clId="{708D641B-74B9-42CA-B124-30041B69659B}" dt="2026-07-20T19:33:57.811" v="8026" actId="554"/>
          <ac:spMkLst>
            <pc:docMk/>
            <pc:sldMk cId="1922687728" sldId="282"/>
            <ac:spMk id="98" creationId="{4F9BD862-36DA-3ACE-976F-FC3D3A19D2BF}"/>
          </ac:spMkLst>
        </pc:spChg>
        <pc:spChg chg="mod">
          <ac:chgData name="Mellen, Brian C. [US-US]" userId="5d1ce5b9-f372-4b01-a2bb-24d7ad25d806" providerId="ADAL" clId="{708D641B-74B9-42CA-B124-30041B69659B}" dt="2026-07-20T19:34:14.720" v="8030" actId="1076"/>
          <ac:spMkLst>
            <pc:docMk/>
            <pc:sldMk cId="1922687728" sldId="282"/>
            <ac:spMk id="99" creationId="{15E7BDA3-E2E4-D0FB-40A2-9E032528B7A1}"/>
          </ac:spMkLst>
        </pc:spChg>
        <pc:spChg chg="mod">
          <ac:chgData name="Mellen, Brian C. [US-US]" userId="5d1ce5b9-f372-4b01-a2bb-24d7ad25d806" providerId="ADAL" clId="{708D641B-74B9-42CA-B124-30041B69659B}" dt="2026-07-20T19:33:57.811" v="8026" actId="554"/>
          <ac:spMkLst>
            <pc:docMk/>
            <pc:sldMk cId="1922687728" sldId="282"/>
            <ac:spMk id="100" creationId="{74193D7D-F20E-2AC2-7728-0BBAB9416279}"/>
          </ac:spMkLst>
        </pc:spChg>
        <pc:spChg chg="mod">
          <ac:chgData name="Mellen, Brian C. [US-US]" userId="5d1ce5b9-f372-4b01-a2bb-24d7ad25d806" providerId="ADAL" clId="{708D641B-74B9-42CA-B124-30041B69659B}" dt="2026-07-20T19:34:17.912" v="8031" actId="1076"/>
          <ac:spMkLst>
            <pc:docMk/>
            <pc:sldMk cId="1922687728" sldId="282"/>
            <ac:spMk id="101" creationId="{63BFE97D-43FE-237B-170A-D844D59C1154}"/>
          </ac:spMkLst>
        </pc:spChg>
        <pc:spChg chg="mod">
          <ac:chgData name="Mellen, Brian C. [US-US]" userId="5d1ce5b9-f372-4b01-a2bb-24d7ad25d806" providerId="ADAL" clId="{708D641B-74B9-42CA-B124-30041B69659B}" dt="2026-07-20T19:33:57.811" v="8026" actId="554"/>
          <ac:spMkLst>
            <pc:docMk/>
            <pc:sldMk cId="1922687728" sldId="282"/>
            <ac:spMk id="104" creationId="{77ECEA48-7EA1-49C5-413D-F1966D7767F4}"/>
          </ac:spMkLst>
        </pc:spChg>
        <pc:spChg chg="mod">
          <ac:chgData name="Mellen, Brian C. [US-US]" userId="5d1ce5b9-f372-4b01-a2bb-24d7ad25d806" providerId="ADAL" clId="{708D641B-74B9-42CA-B124-30041B69659B}" dt="2026-07-20T19:34:20.154" v="8032" actId="1076"/>
          <ac:spMkLst>
            <pc:docMk/>
            <pc:sldMk cId="1922687728" sldId="282"/>
            <ac:spMk id="105" creationId="{290B5E1F-E503-9B17-2500-C2E5FE90644F}"/>
          </ac:spMkLst>
        </pc:spChg>
        <pc:spChg chg="mod">
          <ac:chgData name="Mellen, Brian C. [US-US]" userId="5d1ce5b9-f372-4b01-a2bb-24d7ad25d806" providerId="ADAL" clId="{708D641B-74B9-42CA-B124-30041B69659B}" dt="2026-07-20T19:33:57.811" v="8026" actId="554"/>
          <ac:spMkLst>
            <pc:docMk/>
            <pc:sldMk cId="1922687728" sldId="282"/>
            <ac:spMk id="128" creationId="{9F560FF3-0A3B-3115-B6ED-EEF771CEFAF6}"/>
          </ac:spMkLst>
        </pc:spChg>
        <pc:spChg chg="mod">
          <ac:chgData name="Mellen, Brian C. [US-US]" userId="5d1ce5b9-f372-4b01-a2bb-24d7ad25d806" providerId="ADAL" clId="{708D641B-74B9-42CA-B124-30041B69659B}" dt="2026-07-20T19:34:29.118" v="8034" actId="1076"/>
          <ac:spMkLst>
            <pc:docMk/>
            <pc:sldMk cId="1922687728" sldId="282"/>
            <ac:spMk id="129" creationId="{0BFB8B00-695E-46BF-52D4-12B1AF43A144}"/>
          </ac:spMkLst>
        </pc:spChg>
      </pc:sldChg>
      <pc:sldChg chg="addSp delSp modSp add mod">
        <pc:chgData name="Mellen, Brian C. [US-US]" userId="5d1ce5b9-f372-4b01-a2bb-24d7ad25d806" providerId="ADAL" clId="{708D641B-74B9-42CA-B124-30041B69659B}" dt="2026-07-22T13:03:46.054" v="10286" actId="20577"/>
        <pc:sldMkLst>
          <pc:docMk/>
          <pc:sldMk cId="1409849878" sldId="283"/>
        </pc:sldMkLst>
        <pc:spChg chg="mod">
          <ac:chgData name="Mellen, Brian C. [US-US]" userId="5d1ce5b9-f372-4b01-a2bb-24d7ad25d806" providerId="ADAL" clId="{708D641B-74B9-42CA-B124-30041B69659B}" dt="2026-07-20T19:34:44.138" v="8093" actId="1035"/>
          <ac:spMkLst>
            <pc:docMk/>
            <pc:sldMk cId="1409849878" sldId="283"/>
            <ac:spMk id="7" creationId="{8472103C-CF43-7ED8-C3DE-6EC8B8D2022D}"/>
          </ac:spMkLst>
        </pc:spChg>
        <pc:spChg chg="add">
          <ac:chgData name="Mellen, Brian C. [US-US]" userId="5d1ce5b9-f372-4b01-a2bb-24d7ad25d806" providerId="ADAL" clId="{708D641B-74B9-42CA-B124-30041B69659B}" dt="2026-07-20T19:34:49.582" v="8094" actId="22"/>
          <ac:spMkLst>
            <pc:docMk/>
            <pc:sldMk cId="1409849878" sldId="283"/>
            <ac:spMk id="9" creationId="{7FC12C2E-D2CB-F5D0-9808-E7CF90F93042}"/>
          </ac:spMkLst>
        </pc:spChg>
        <pc:spChg chg="add">
          <ac:chgData name="Mellen, Brian C. [US-US]" userId="5d1ce5b9-f372-4b01-a2bb-24d7ad25d806" providerId="ADAL" clId="{708D641B-74B9-42CA-B124-30041B69659B}" dt="2026-07-20T19:34:49.582" v="8094" actId="22"/>
          <ac:spMkLst>
            <pc:docMk/>
            <pc:sldMk cId="1409849878" sldId="283"/>
            <ac:spMk id="11" creationId="{C986B3B7-EAD5-A673-CFB5-0BC00B36CBD9}"/>
          </ac:spMkLst>
        </pc:spChg>
        <pc:spChg chg="add mod">
          <ac:chgData name="Mellen, Brian C. [US-US]" userId="5d1ce5b9-f372-4b01-a2bb-24d7ad25d806" providerId="ADAL" clId="{708D641B-74B9-42CA-B124-30041B69659B}" dt="2026-07-22T13:03:46.054" v="10286" actId="20577"/>
          <ac:spMkLst>
            <pc:docMk/>
            <pc:sldMk cId="1409849878" sldId="283"/>
            <ac:spMk id="13" creationId="{9EFAC516-2457-6806-37A9-656A09EFEDA3}"/>
          </ac:spMkLst>
        </pc:spChg>
        <pc:spChg chg="mod">
          <ac:chgData name="Mellen, Brian C. [US-US]" userId="5d1ce5b9-f372-4b01-a2bb-24d7ad25d806" providerId="ADAL" clId="{708D641B-74B9-42CA-B124-30041B69659B}" dt="2026-07-20T19:34:44.138" v="8093" actId="1035"/>
          <ac:spMkLst>
            <pc:docMk/>
            <pc:sldMk cId="1409849878" sldId="283"/>
            <ac:spMk id="21" creationId="{32009FF0-1261-FFCF-EB0D-9955F3517138}"/>
          </ac:spMkLst>
        </pc:spChg>
        <pc:spChg chg="mod">
          <ac:chgData name="Mellen, Brian C. [US-US]" userId="5d1ce5b9-f372-4b01-a2bb-24d7ad25d806" providerId="ADAL" clId="{708D641B-74B9-42CA-B124-30041B69659B}" dt="2026-07-20T19:34:44.138" v="8093" actId="1035"/>
          <ac:spMkLst>
            <pc:docMk/>
            <pc:sldMk cId="1409849878" sldId="283"/>
            <ac:spMk id="106" creationId="{C2508BBB-CBE3-8285-45EA-4FFFCA25687F}"/>
          </ac:spMkLst>
        </pc:spChg>
        <pc:spChg chg="mod">
          <ac:chgData name="Mellen, Brian C. [US-US]" userId="5d1ce5b9-f372-4b01-a2bb-24d7ad25d806" providerId="ADAL" clId="{708D641B-74B9-42CA-B124-30041B69659B}" dt="2026-07-20T19:34:44.138" v="8093" actId="1035"/>
          <ac:spMkLst>
            <pc:docMk/>
            <pc:sldMk cId="1409849878" sldId="283"/>
            <ac:spMk id="107" creationId="{6D469F05-1400-779E-E0B6-4BB590686917}"/>
          </ac:spMkLst>
        </pc:spChg>
        <pc:spChg chg="mod">
          <ac:chgData name="Mellen, Brian C. [US-US]" userId="5d1ce5b9-f372-4b01-a2bb-24d7ad25d806" providerId="ADAL" clId="{708D641B-74B9-42CA-B124-30041B69659B}" dt="2026-07-20T19:34:44.138" v="8093" actId="1035"/>
          <ac:spMkLst>
            <pc:docMk/>
            <pc:sldMk cId="1409849878" sldId="283"/>
            <ac:spMk id="108" creationId="{D34B8C58-82D1-304F-D3C9-0A9C49CC6620}"/>
          </ac:spMkLst>
        </pc:spChg>
        <pc:spChg chg="mod">
          <ac:chgData name="Mellen, Brian C. [US-US]" userId="5d1ce5b9-f372-4b01-a2bb-24d7ad25d806" providerId="ADAL" clId="{708D641B-74B9-42CA-B124-30041B69659B}" dt="2026-07-20T19:34:44.138" v="8093" actId="1035"/>
          <ac:spMkLst>
            <pc:docMk/>
            <pc:sldMk cId="1409849878" sldId="283"/>
            <ac:spMk id="109" creationId="{86F9EEEC-AA51-2641-39D2-7A87789CE2C3}"/>
          </ac:spMkLst>
        </pc:spChg>
        <pc:spChg chg="mod">
          <ac:chgData name="Mellen, Brian C. [US-US]" userId="5d1ce5b9-f372-4b01-a2bb-24d7ad25d806" providerId="ADAL" clId="{708D641B-74B9-42CA-B124-30041B69659B}" dt="2026-07-20T19:34:44.138" v="8093" actId="1035"/>
          <ac:spMkLst>
            <pc:docMk/>
            <pc:sldMk cId="1409849878" sldId="283"/>
            <ac:spMk id="110" creationId="{75B62699-394C-6145-7D92-D1EEC7FF57C8}"/>
          </ac:spMkLst>
        </pc:spChg>
        <pc:spChg chg="mod">
          <ac:chgData name="Mellen, Brian C. [US-US]" userId="5d1ce5b9-f372-4b01-a2bb-24d7ad25d806" providerId="ADAL" clId="{708D641B-74B9-42CA-B124-30041B69659B}" dt="2026-07-20T15:01:15.805" v="7457" actId="1035"/>
          <ac:spMkLst>
            <pc:docMk/>
            <pc:sldMk cId="1409849878" sldId="283"/>
            <ac:spMk id="111" creationId="{6035C421-124F-8AC5-EFC4-7230854798D7}"/>
          </ac:spMkLst>
        </pc:spChg>
        <pc:spChg chg="mod">
          <ac:chgData name="Mellen, Brian C. [US-US]" userId="5d1ce5b9-f372-4b01-a2bb-24d7ad25d806" providerId="ADAL" clId="{708D641B-74B9-42CA-B124-30041B69659B}" dt="2026-07-20T19:34:44.138" v="8093" actId="1035"/>
          <ac:spMkLst>
            <pc:docMk/>
            <pc:sldMk cId="1409849878" sldId="283"/>
            <ac:spMk id="112" creationId="{A29B4C91-93D4-E11E-5FE3-A0199B6E0723}"/>
          </ac:spMkLst>
        </pc:spChg>
        <pc:spChg chg="mod">
          <ac:chgData name="Mellen, Brian C. [US-US]" userId="5d1ce5b9-f372-4b01-a2bb-24d7ad25d806" providerId="ADAL" clId="{708D641B-74B9-42CA-B124-30041B69659B}" dt="2026-07-20T19:34:44.138" v="8093" actId="1035"/>
          <ac:spMkLst>
            <pc:docMk/>
            <pc:sldMk cId="1409849878" sldId="283"/>
            <ac:spMk id="113" creationId="{778A4F64-BF00-D950-00F1-D3DE51FAE2CF}"/>
          </ac:spMkLst>
        </pc:spChg>
        <pc:spChg chg="mod">
          <ac:chgData name="Mellen, Brian C. [US-US]" userId="5d1ce5b9-f372-4b01-a2bb-24d7ad25d806" providerId="ADAL" clId="{708D641B-74B9-42CA-B124-30041B69659B}" dt="2026-07-20T19:34:44.138" v="8093" actId="1035"/>
          <ac:spMkLst>
            <pc:docMk/>
            <pc:sldMk cId="1409849878" sldId="283"/>
            <ac:spMk id="130" creationId="{66F3BC82-6DE6-5379-1E5B-3517FD752224}"/>
          </ac:spMkLst>
        </pc:spChg>
        <pc:spChg chg="mod">
          <ac:chgData name="Mellen, Brian C. [US-US]" userId="5d1ce5b9-f372-4b01-a2bb-24d7ad25d806" providerId="ADAL" clId="{708D641B-74B9-42CA-B124-30041B69659B}" dt="2026-07-20T15:01:15.805" v="7457" actId="1035"/>
          <ac:spMkLst>
            <pc:docMk/>
            <pc:sldMk cId="1409849878" sldId="283"/>
            <ac:spMk id="131" creationId="{2D9CFBE1-8687-18F9-58EA-96275BFF424D}"/>
          </ac:spMkLst>
        </pc:spChg>
        <pc:cxnChg chg="mod">
          <ac:chgData name="Mellen, Brian C. [US-US]" userId="5d1ce5b9-f372-4b01-a2bb-24d7ad25d806" providerId="ADAL" clId="{708D641B-74B9-42CA-B124-30041B69659B}" dt="2026-07-20T15:01:25.454" v="7458" actId="1076"/>
          <ac:cxnSpMkLst>
            <pc:docMk/>
            <pc:sldMk cId="1409849878" sldId="283"/>
            <ac:cxnSpMk id="139" creationId="{06A5C540-C512-4718-ADFF-C3D45EDDA963}"/>
          </ac:cxnSpMkLst>
        </pc:cxnChg>
      </pc:sldChg>
      <pc:sldChg chg="addSp delSp modSp add mod">
        <pc:chgData name="Mellen, Brian C. [US-US]" userId="5d1ce5b9-f372-4b01-a2bb-24d7ad25d806" providerId="ADAL" clId="{708D641B-74B9-42CA-B124-30041B69659B}" dt="2026-07-22T13:05:25.720" v="10417" actId="20577"/>
        <pc:sldMkLst>
          <pc:docMk/>
          <pc:sldMk cId="1849222361" sldId="284"/>
        </pc:sldMkLst>
        <pc:spChg chg="mod">
          <ac:chgData name="Mellen, Brian C. [US-US]" userId="5d1ce5b9-f372-4b01-a2bb-24d7ad25d806" providerId="ADAL" clId="{708D641B-74B9-42CA-B124-30041B69659B}" dt="2026-07-20T19:35:00.487" v="8161" actId="1035"/>
          <ac:spMkLst>
            <pc:docMk/>
            <pc:sldMk cId="1849222361" sldId="284"/>
            <ac:spMk id="2" creationId="{B1EB5B93-6A94-8C31-BB9C-C417397186B9}"/>
          </ac:spMkLst>
        </pc:spChg>
        <pc:spChg chg="mod">
          <ac:chgData name="Mellen, Brian C. [US-US]" userId="5d1ce5b9-f372-4b01-a2bb-24d7ad25d806" providerId="ADAL" clId="{708D641B-74B9-42CA-B124-30041B69659B}" dt="2026-07-20T19:35:06.288" v="8162" actId="207"/>
          <ac:spMkLst>
            <pc:docMk/>
            <pc:sldMk cId="1849222361" sldId="284"/>
            <ac:spMk id="3" creationId="{842DE2F3-5B86-A4BE-0CA5-F654D3D0AE40}"/>
          </ac:spMkLst>
        </pc:spChg>
        <pc:spChg chg="add">
          <ac:chgData name="Mellen, Brian C. [US-US]" userId="5d1ce5b9-f372-4b01-a2bb-24d7ad25d806" providerId="ADAL" clId="{708D641B-74B9-42CA-B124-30041B69659B}" dt="2026-07-20T19:35:10.011" v="8163" actId="22"/>
          <ac:spMkLst>
            <pc:docMk/>
            <pc:sldMk cId="1849222361" sldId="284"/>
            <ac:spMk id="9" creationId="{9A1D6AC4-ED6C-D054-0418-9247A98EE834}"/>
          </ac:spMkLst>
        </pc:spChg>
        <pc:spChg chg="add mod">
          <ac:chgData name="Mellen, Brian C. [US-US]" userId="5d1ce5b9-f372-4b01-a2bb-24d7ad25d806" providerId="ADAL" clId="{708D641B-74B9-42CA-B124-30041B69659B}" dt="2026-07-22T13:05:25.720" v="10417" actId="20577"/>
          <ac:spMkLst>
            <pc:docMk/>
            <pc:sldMk cId="1849222361" sldId="284"/>
            <ac:spMk id="11" creationId="{C5934946-BA66-FE42-677F-C52D74317192}"/>
          </ac:spMkLst>
        </pc:spChg>
        <pc:spChg chg="add">
          <ac:chgData name="Mellen, Brian C. [US-US]" userId="5d1ce5b9-f372-4b01-a2bb-24d7ad25d806" providerId="ADAL" clId="{708D641B-74B9-42CA-B124-30041B69659B}" dt="2026-07-20T19:35:10.011" v="8163" actId="22"/>
          <ac:spMkLst>
            <pc:docMk/>
            <pc:sldMk cId="1849222361" sldId="284"/>
            <ac:spMk id="13" creationId="{BCB5EE88-DDFE-1175-3670-7C7CD0B1312A}"/>
          </ac:spMkLst>
        </pc:spChg>
        <pc:spChg chg="mod">
          <ac:chgData name="Mellen, Brian C. [US-US]" userId="5d1ce5b9-f372-4b01-a2bb-24d7ad25d806" providerId="ADAL" clId="{708D641B-74B9-42CA-B124-30041B69659B}" dt="2026-07-20T19:35:00.487" v="8161" actId="1035"/>
          <ac:spMkLst>
            <pc:docMk/>
            <pc:sldMk cId="1849222361" sldId="284"/>
            <ac:spMk id="114" creationId="{442FB292-DEA4-0637-FFA9-A1F9A19D68D7}"/>
          </ac:spMkLst>
        </pc:spChg>
        <pc:spChg chg="mod">
          <ac:chgData name="Mellen, Brian C. [US-US]" userId="5d1ce5b9-f372-4b01-a2bb-24d7ad25d806" providerId="ADAL" clId="{708D641B-74B9-42CA-B124-30041B69659B}" dt="2026-07-20T19:35:00.487" v="8161" actId="1035"/>
          <ac:spMkLst>
            <pc:docMk/>
            <pc:sldMk cId="1849222361" sldId="284"/>
            <ac:spMk id="115" creationId="{90DD48EF-C122-8C3F-AFFD-C7F1A447B389}"/>
          </ac:spMkLst>
        </pc:spChg>
        <pc:spChg chg="mod">
          <ac:chgData name="Mellen, Brian C. [US-US]" userId="5d1ce5b9-f372-4b01-a2bb-24d7ad25d806" providerId="ADAL" clId="{708D641B-74B9-42CA-B124-30041B69659B}" dt="2026-07-20T19:35:00.487" v="8161" actId="1035"/>
          <ac:spMkLst>
            <pc:docMk/>
            <pc:sldMk cId="1849222361" sldId="284"/>
            <ac:spMk id="116" creationId="{DC686DC2-4B05-FE20-031A-098B563F9083}"/>
          </ac:spMkLst>
        </pc:spChg>
        <pc:spChg chg="mod">
          <ac:chgData name="Mellen, Brian C. [US-US]" userId="5d1ce5b9-f372-4b01-a2bb-24d7ad25d806" providerId="ADAL" clId="{708D641B-74B9-42CA-B124-30041B69659B}" dt="2026-07-20T19:35:00.487" v="8161" actId="1035"/>
          <ac:spMkLst>
            <pc:docMk/>
            <pc:sldMk cId="1849222361" sldId="284"/>
            <ac:spMk id="117" creationId="{22144A22-1152-CD22-1405-85F98B13E7FF}"/>
          </ac:spMkLst>
        </pc:spChg>
        <pc:cxnChg chg="mod">
          <ac:chgData name="Mellen, Brian C. [US-US]" userId="5d1ce5b9-f372-4b01-a2bb-24d7ad25d806" providerId="ADAL" clId="{708D641B-74B9-42CA-B124-30041B69659B}" dt="2026-07-20T19:35:00.487" v="8161" actId="1035"/>
          <ac:cxnSpMkLst>
            <pc:docMk/>
            <pc:sldMk cId="1849222361" sldId="284"/>
            <ac:cxnSpMk id="140" creationId="{4BCED3B3-3392-9036-7799-39B2F80AC07D}"/>
          </ac:cxnSpMkLst>
        </pc:cxnChg>
      </pc:sldChg>
      <pc:sldChg chg="addSp delSp modSp add mod">
        <pc:chgData name="Mellen, Brian C. [US-US]" userId="5d1ce5b9-f372-4b01-a2bb-24d7ad25d806" providerId="ADAL" clId="{708D641B-74B9-42CA-B124-30041B69659B}" dt="2026-07-22T13:10:23.711" v="10533" actId="20577"/>
        <pc:sldMkLst>
          <pc:docMk/>
          <pc:sldMk cId="62224171" sldId="286"/>
        </pc:sldMkLst>
        <pc:spChg chg="add mod">
          <ac:chgData name="Mellen, Brian C. [US-US]" userId="5d1ce5b9-f372-4b01-a2bb-24d7ad25d806" providerId="ADAL" clId="{708D641B-74B9-42CA-B124-30041B69659B}" dt="2026-07-22T13:09:54.492" v="10528" actId="14100"/>
          <ac:spMkLst>
            <pc:docMk/>
            <pc:sldMk cId="62224171" sldId="286"/>
            <ac:spMk id="9" creationId="{299F052C-ABF0-E0E5-C985-F9A65F17711C}"/>
          </ac:spMkLst>
        </pc:spChg>
        <pc:spChg chg="add">
          <ac:chgData name="Mellen, Brian C. [US-US]" userId="5d1ce5b9-f372-4b01-a2bb-24d7ad25d806" providerId="ADAL" clId="{708D641B-74B9-42CA-B124-30041B69659B}" dt="2026-07-20T19:35:28.603" v="8165" actId="22"/>
          <ac:spMkLst>
            <pc:docMk/>
            <pc:sldMk cId="62224171" sldId="286"/>
            <ac:spMk id="11" creationId="{FB9DAE20-3B62-BB06-61A0-831430BCC056}"/>
          </ac:spMkLst>
        </pc:spChg>
        <pc:spChg chg="add mod">
          <ac:chgData name="Mellen, Brian C. [US-US]" userId="5d1ce5b9-f372-4b01-a2bb-24d7ad25d806" providerId="ADAL" clId="{708D641B-74B9-42CA-B124-30041B69659B}" dt="2026-07-22T13:10:23.711" v="10533" actId="20577"/>
          <ac:spMkLst>
            <pc:docMk/>
            <pc:sldMk cId="62224171" sldId="286"/>
            <ac:spMk id="13" creationId="{341AF5D8-BBA1-93C0-1536-D779B94ACE30}"/>
          </ac:spMkLst>
        </pc:spChg>
        <pc:spChg chg="mod">
          <ac:chgData name="Mellen, Brian C. [US-US]" userId="5d1ce5b9-f372-4b01-a2bb-24d7ad25d806" providerId="ADAL" clId="{708D641B-74B9-42CA-B124-30041B69659B}" dt="2026-07-20T19:35:24.139" v="8164" actId="1076"/>
          <ac:spMkLst>
            <pc:docMk/>
            <pc:sldMk cId="62224171" sldId="286"/>
            <ac:spMk id="38" creationId="{72AA3D34-105B-CF72-F186-660789600F62}"/>
          </ac:spMkLst>
        </pc:spChg>
        <pc:spChg chg="mod">
          <ac:chgData name="Mellen, Brian C. [US-US]" userId="5d1ce5b9-f372-4b01-a2bb-24d7ad25d806" providerId="ADAL" clId="{708D641B-74B9-42CA-B124-30041B69659B}" dt="2026-07-20T19:35:48.092" v="8170" actId="1035"/>
          <ac:spMkLst>
            <pc:docMk/>
            <pc:sldMk cId="62224171" sldId="286"/>
            <ac:spMk id="39" creationId="{1849F0FA-CA2F-D286-8EB2-BB24AF7B0B1F}"/>
          </ac:spMkLst>
        </pc:spChg>
        <pc:spChg chg="mod">
          <ac:chgData name="Mellen, Brian C. [US-US]" userId="5d1ce5b9-f372-4b01-a2bb-24d7ad25d806" providerId="ADAL" clId="{708D641B-74B9-42CA-B124-30041B69659B}" dt="2026-07-20T19:36:01.302" v="8176" actId="1036"/>
          <ac:spMkLst>
            <pc:docMk/>
            <pc:sldMk cId="62224171" sldId="286"/>
            <ac:spMk id="118" creationId="{723DBDDB-DA4E-B900-B313-7B6CCD9FBC8D}"/>
          </ac:spMkLst>
        </pc:spChg>
        <pc:spChg chg="mod">
          <ac:chgData name="Mellen, Brian C. [US-US]" userId="5d1ce5b9-f372-4b01-a2bb-24d7ad25d806" providerId="ADAL" clId="{708D641B-74B9-42CA-B124-30041B69659B}" dt="2026-07-20T19:36:01.302" v="8176" actId="1036"/>
          <ac:spMkLst>
            <pc:docMk/>
            <pc:sldMk cId="62224171" sldId="286"/>
            <ac:spMk id="119" creationId="{3C45CDB8-093F-FE87-C053-772403DBC72D}"/>
          </ac:spMkLst>
        </pc:spChg>
        <pc:spChg chg="mod">
          <ac:chgData name="Mellen, Brian C. [US-US]" userId="5d1ce5b9-f372-4b01-a2bb-24d7ad25d806" providerId="ADAL" clId="{708D641B-74B9-42CA-B124-30041B69659B}" dt="2026-07-20T19:36:01.302" v="8176" actId="1036"/>
          <ac:spMkLst>
            <pc:docMk/>
            <pc:sldMk cId="62224171" sldId="286"/>
            <ac:spMk id="120" creationId="{1912C7D5-7727-F96C-3F66-B7809FBE3505}"/>
          </ac:spMkLst>
        </pc:spChg>
        <pc:spChg chg="mod">
          <ac:chgData name="Mellen, Brian C. [US-US]" userId="5d1ce5b9-f372-4b01-a2bb-24d7ad25d806" providerId="ADAL" clId="{708D641B-74B9-42CA-B124-30041B69659B}" dt="2026-07-20T19:36:01.302" v="8176" actId="1036"/>
          <ac:spMkLst>
            <pc:docMk/>
            <pc:sldMk cId="62224171" sldId="286"/>
            <ac:spMk id="121" creationId="{09B51E9D-9626-2C5D-4AED-3AB45CD4714D}"/>
          </ac:spMkLst>
        </pc:spChg>
        <pc:spChg chg="mod">
          <ac:chgData name="Mellen, Brian C. [US-US]" userId="5d1ce5b9-f372-4b01-a2bb-24d7ad25d806" providerId="ADAL" clId="{708D641B-74B9-42CA-B124-30041B69659B}" dt="2026-07-20T19:36:01.302" v="8176" actId="1036"/>
          <ac:spMkLst>
            <pc:docMk/>
            <pc:sldMk cId="62224171" sldId="286"/>
            <ac:spMk id="122" creationId="{D0841F44-8579-F2C1-D497-C0265E3EF15C}"/>
          </ac:spMkLst>
        </pc:spChg>
        <pc:spChg chg="mod">
          <ac:chgData name="Mellen, Brian C. [US-US]" userId="5d1ce5b9-f372-4b01-a2bb-24d7ad25d806" providerId="ADAL" clId="{708D641B-74B9-42CA-B124-30041B69659B}" dt="2026-07-20T19:36:01.302" v="8176" actId="1036"/>
          <ac:spMkLst>
            <pc:docMk/>
            <pc:sldMk cId="62224171" sldId="286"/>
            <ac:spMk id="123" creationId="{D0B25F05-7EA2-F342-0212-A13953048419}"/>
          </ac:spMkLst>
        </pc:spChg>
        <pc:spChg chg="mod">
          <ac:chgData name="Mellen, Brian C. [US-US]" userId="5d1ce5b9-f372-4b01-a2bb-24d7ad25d806" providerId="ADAL" clId="{708D641B-74B9-42CA-B124-30041B69659B}" dt="2026-07-20T19:36:01.302" v="8176" actId="1036"/>
          <ac:spMkLst>
            <pc:docMk/>
            <pc:sldMk cId="62224171" sldId="286"/>
            <ac:spMk id="124" creationId="{6984C731-5397-B467-77AF-54C67E6D8FAF}"/>
          </ac:spMkLst>
        </pc:spChg>
        <pc:spChg chg="mod">
          <ac:chgData name="Mellen, Brian C. [US-US]" userId="5d1ce5b9-f372-4b01-a2bb-24d7ad25d806" providerId="ADAL" clId="{708D641B-74B9-42CA-B124-30041B69659B}" dt="2026-07-20T19:36:01.302" v="8176" actId="1036"/>
          <ac:spMkLst>
            <pc:docMk/>
            <pc:sldMk cId="62224171" sldId="286"/>
            <ac:spMk id="125" creationId="{019EF218-7BF5-9723-B7BA-65EA45E63BE7}"/>
          </ac:spMkLst>
        </pc:spChg>
        <pc:spChg chg="mod">
          <ac:chgData name="Mellen, Brian C. [US-US]" userId="5d1ce5b9-f372-4b01-a2bb-24d7ad25d806" providerId="ADAL" clId="{708D641B-74B9-42CA-B124-30041B69659B}" dt="2026-07-20T19:36:01.302" v="8176" actId="1036"/>
          <ac:spMkLst>
            <pc:docMk/>
            <pc:sldMk cId="62224171" sldId="286"/>
            <ac:spMk id="134" creationId="{163E7C49-ED91-B8A9-5E19-FA61E2404002}"/>
          </ac:spMkLst>
        </pc:spChg>
        <pc:spChg chg="mod">
          <ac:chgData name="Mellen, Brian C. [US-US]" userId="5d1ce5b9-f372-4b01-a2bb-24d7ad25d806" providerId="ADAL" clId="{708D641B-74B9-42CA-B124-30041B69659B}" dt="2026-07-20T19:36:01.302" v="8176" actId="1036"/>
          <ac:spMkLst>
            <pc:docMk/>
            <pc:sldMk cId="62224171" sldId="286"/>
            <ac:spMk id="135" creationId="{05A45A3F-8C44-F563-3B19-F1019CD3D7E5}"/>
          </ac:spMkLst>
        </pc:spChg>
      </pc:sldChg>
      <pc:sldChg chg="addSp delSp modSp add mod">
        <pc:chgData name="Mellen, Brian C. [US-US]" userId="5d1ce5b9-f372-4b01-a2bb-24d7ad25d806" providerId="ADAL" clId="{708D641B-74B9-42CA-B124-30041B69659B}" dt="2026-07-23T18:34:32.968" v="10610" actId="20577"/>
        <pc:sldMkLst>
          <pc:docMk/>
          <pc:sldMk cId="2883274416" sldId="287"/>
        </pc:sldMkLst>
        <pc:spChg chg="mod">
          <ac:chgData name="Mellen, Brian C. [US-US]" userId="5d1ce5b9-f372-4b01-a2bb-24d7ad25d806" providerId="ADAL" clId="{708D641B-74B9-42CA-B124-30041B69659B}" dt="2026-07-20T19:36:37.250" v="8184" actId="1035"/>
          <ac:spMkLst>
            <pc:docMk/>
            <pc:sldMk cId="2883274416" sldId="287"/>
            <ac:spMk id="4" creationId="{ADC1F092-082A-C111-5B1A-F29198D712A4}"/>
          </ac:spMkLst>
        </pc:spChg>
        <pc:spChg chg="mod">
          <ac:chgData name="Mellen, Brian C. [US-US]" userId="5d1ce5b9-f372-4b01-a2bb-24d7ad25d806" providerId="ADAL" clId="{708D641B-74B9-42CA-B124-30041B69659B}" dt="2026-07-20T19:36:37.250" v="8184" actId="1035"/>
          <ac:spMkLst>
            <pc:docMk/>
            <pc:sldMk cId="2883274416" sldId="287"/>
            <ac:spMk id="8" creationId="{891758D1-BCB4-8BFB-9157-D8805D57DEA6}"/>
          </ac:spMkLst>
        </pc:spChg>
        <pc:spChg chg="mod">
          <ac:chgData name="Mellen, Brian C. [US-US]" userId="5d1ce5b9-f372-4b01-a2bb-24d7ad25d806" providerId="ADAL" clId="{708D641B-74B9-42CA-B124-30041B69659B}" dt="2026-07-20T19:36:48.760" v="8185" actId="207"/>
          <ac:spMkLst>
            <pc:docMk/>
            <pc:sldMk cId="2883274416" sldId="287"/>
            <ac:spMk id="9" creationId="{96BBEACB-9548-72B8-15DD-925B3D32B3AE}"/>
          </ac:spMkLst>
        </pc:spChg>
        <pc:spChg chg="add">
          <ac:chgData name="Mellen, Brian C. [US-US]" userId="5d1ce5b9-f372-4b01-a2bb-24d7ad25d806" providerId="ADAL" clId="{708D641B-74B9-42CA-B124-30041B69659B}" dt="2026-07-20T19:36:31.393" v="8177" actId="22"/>
          <ac:spMkLst>
            <pc:docMk/>
            <pc:sldMk cId="2883274416" sldId="287"/>
            <ac:spMk id="11" creationId="{48D3C876-6FB6-7D90-69F6-2E85DC3D8795}"/>
          </ac:spMkLst>
        </pc:spChg>
        <pc:spChg chg="mod">
          <ac:chgData name="Mellen, Brian C. [US-US]" userId="5d1ce5b9-f372-4b01-a2bb-24d7ad25d806" providerId="ADAL" clId="{708D641B-74B9-42CA-B124-30041B69659B}" dt="2026-07-20T19:36:55.587" v="8194" actId="1036"/>
          <ac:spMkLst>
            <pc:docMk/>
            <pc:sldMk cId="2883274416" sldId="287"/>
            <ac:spMk id="18" creationId="{587DCBDB-D03C-4254-6015-DA90054B84AD}"/>
          </ac:spMkLst>
        </pc:spChg>
        <pc:spChg chg="add mod">
          <ac:chgData name="Mellen, Brian C. [US-US]" userId="5d1ce5b9-f372-4b01-a2bb-24d7ad25d806" providerId="ADAL" clId="{708D641B-74B9-42CA-B124-30041B69659B}" dt="2026-07-23T18:34:32.968" v="10610" actId="20577"/>
          <ac:spMkLst>
            <pc:docMk/>
            <pc:sldMk cId="2883274416" sldId="287"/>
            <ac:spMk id="32" creationId="{651542EE-D3EF-9B6A-EA6C-905F1399D7D4}"/>
          </ac:spMkLst>
        </pc:spChg>
        <pc:spChg chg="add mod">
          <ac:chgData name="Mellen, Brian C. [US-US]" userId="5d1ce5b9-f372-4b01-a2bb-24d7ad25d806" providerId="ADAL" clId="{708D641B-74B9-42CA-B124-30041B69659B}" dt="2026-07-23T18:34:04.932" v="10559" actId="20577"/>
          <ac:spMkLst>
            <pc:docMk/>
            <pc:sldMk cId="2883274416" sldId="287"/>
            <ac:spMk id="39" creationId="{F7614821-A76E-CD7A-B252-AFC491518E71}"/>
          </ac:spMkLst>
        </pc:spChg>
        <pc:spChg chg="mod">
          <ac:chgData name="Mellen, Brian C. [US-US]" userId="5d1ce5b9-f372-4b01-a2bb-24d7ad25d806" providerId="ADAL" clId="{708D641B-74B9-42CA-B124-30041B69659B}" dt="2026-07-20T19:36:37.250" v="8184" actId="1035"/>
          <ac:spMkLst>
            <pc:docMk/>
            <pc:sldMk cId="2883274416" sldId="287"/>
            <ac:spMk id="40" creationId="{80DBEFBD-E35B-D4FF-78DD-E343188D2939}"/>
          </ac:spMkLst>
        </pc:spChg>
        <pc:spChg chg="mod">
          <ac:chgData name="Mellen, Brian C. [US-US]" userId="5d1ce5b9-f372-4b01-a2bb-24d7ad25d806" providerId="ADAL" clId="{708D641B-74B9-42CA-B124-30041B69659B}" dt="2026-07-20T19:36:37.250" v="8184" actId="1035"/>
          <ac:spMkLst>
            <pc:docMk/>
            <pc:sldMk cId="2883274416" sldId="287"/>
            <ac:spMk id="41" creationId="{D0DC64D5-A9EB-6C6E-344D-F78F128BC4A9}"/>
          </ac:spMkLst>
        </pc:spChg>
        <pc:spChg chg="mod">
          <ac:chgData name="Mellen, Brian C. [US-US]" userId="5d1ce5b9-f372-4b01-a2bb-24d7ad25d806" providerId="ADAL" clId="{708D641B-74B9-42CA-B124-30041B69659B}" dt="2026-07-20T19:36:37.250" v="8184" actId="1035"/>
          <ac:spMkLst>
            <pc:docMk/>
            <pc:sldMk cId="2883274416" sldId="287"/>
            <ac:spMk id="91" creationId="{7BEA7730-B905-8CBF-FFF0-67B26B6CBAED}"/>
          </ac:spMkLst>
        </pc:spChg>
        <pc:spChg chg="mod">
          <ac:chgData name="Mellen, Brian C. [US-US]" userId="5d1ce5b9-f372-4b01-a2bb-24d7ad25d806" providerId="ADAL" clId="{708D641B-74B9-42CA-B124-30041B69659B}" dt="2026-07-20T19:36:37.250" v="8184" actId="1035"/>
          <ac:spMkLst>
            <pc:docMk/>
            <pc:sldMk cId="2883274416" sldId="287"/>
            <ac:spMk id="92" creationId="{9684887F-F049-0463-2BB7-1AE327830D77}"/>
          </ac:spMkLst>
        </pc:spChg>
        <pc:spChg chg="mod">
          <ac:chgData name="Mellen, Brian C. [US-US]" userId="5d1ce5b9-f372-4b01-a2bb-24d7ad25d806" providerId="ADAL" clId="{708D641B-74B9-42CA-B124-30041B69659B}" dt="2026-07-20T19:36:37.250" v="8184" actId="1035"/>
          <ac:spMkLst>
            <pc:docMk/>
            <pc:sldMk cId="2883274416" sldId="287"/>
            <ac:spMk id="93" creationId="{2B09CC63-944C-6E2E-1E3B-EB12854EA917}"/>
          </ac:spMkLst>
        </pc:spChg>
        <pc:spChg chg="mod">
          <ac:chgData name="Mellen, Brian C. [US-US]" userId="5d1ce5b9-f372-4b01-a2bb-24d7ad25d806" providerId="ADAL" clId="{708D641B-74B9-42CA-B124-30041B69659B}" dt="2026-07-20T19:36:37.250" v="8184" actId="1035"/>
          <ac:spMkLst>
            <pc:docMk/>
            <pc:sldMk cId="2883274416" sldId="287"/>
            <ac:spMk id="94" creationId="{C0E8AED4-BF1D-410F-B163-D394E9A6818A}"/>
          </ac:spMkLst>
        </pc:spChg>
      </pc:sldChg>
      <pc:sldChg chg="addSp delSp modSp add mod">
        <pc:chgData name="Mellen, Brian C. [US-US]" userId="5d1ce5b9-f372-4b01-a2bb-24d7ad25d806" providerId="ADAL" clId="{708D641B-74B9-42CA-B124-30041B69659B}" dt="2026-07-23T18:36:07.665" v="10752" actId="20577"/>
        <pc:sldMkLst>
          <pc:docMk/>
          <pc:sldMk cId="1649151377" sldId="288"/>
        </pc:sldMkLst>
        <pc:spChg chg="mod">
          <ac:chgData name="Mellen, Brian C. [US-US]" userId="5d1ce5b9-f372-4b01-a2bb-24d7ad25d806" providerId="ADAL" clId="{708D641B-74B9-42CA-B124-30041B69659B}" dt="2026-07-20T19:37:56.890" v="8245" actId="1036"/>
          <ac:spMkLst>
            <pc:docMk/>
            <pc:sldMk cId="1649151377" sldId="288"/>
            <ac:spMk id="5" creationId="{29994A8F-9065-F03C-4822-92DBB0EFD641}"/>
          </ac:spMkLst>
        </pc:spChg>
        <pc:spChg chg="add">
          <ac:chgData name="Mellen, Brian C. [US-US]" userId="5d1ce5b9-f372-4b01-a2bb-24d7ad25d806" providerId="ADAL" clId="{708D641B-74B9-42CA-B124-30041B69659B}" dt="2026-07-20T19:38:00.121" v="8246" actId="22"/>
          <ac:spMkLst>
            <pc:docMk/>
            <pc:sldMk cId="1649151377" sldId="288"/>
            <ac:spMk id="11" creationId="{EAC5E45A-0B83-A596-01C5-E5B593547D2B}"/>
          </ac:spMkLst>
        </pc:spChg>
        <pc:spChg chg="mod">
          <ac:chgData name="Mellen, Brian C. [US-US]" userId="5d1ce5b9-f372-4b01-a2bb-24d7ad25d806" providerId="ADAL" clId="{708D641B-74B9-42CA-B124-30041B69659B}" dt="2026-07-20T19:37:56.890" v="8245" actId="1036"/>
          <ac:spMkLst>
            <pc:docMk/>
            <pc:sldMk cId="1649151377" sldId="288"/>
            <ac:spMk id="14" creationId="{FFD07848-8AD5-19B3-451F-7766C1E22851}"/>
          </ac:spMkLst>
        </pc:spChg>
        <pc:spChg chg="mod">
          <ac:chgData name="Mellen, Brian C. [US-US]" userId="5d1ce5b9-f372-4b01-a2bb-24d7ad25d806" providerId="ADAL" clId="{708D641B-74B9-42CA-B124-30041B69659B}" dt="2026-07-20T19:37:56.890" v="8245" actId="1036"/>
          <ac:spMkLst>
            <pc:docMk/>
            <pc:sldMk cId="1649151377" sldId="288"/>
            <ac:spMk id="15" creationId="{05FCFDEF-71FE-5407-2F53-C32948F92E41}"/>
          </ac:spMkLst>
        </pc:spChg>
        <pc:spChg chg="mod">
          <ac:chgData name="Mellen, Brian C. [US-US]" userId="5d1ce5b9-f372-4b01-a2bb-24d7ad25d806" providerId="ADAL" clId="{708D641B-74B9-42CA-B124-30041B69659B}" dt="2026-07-20T19:37:56.890" v="8245" actId="1036"/>
          <ac:spMkLst>
            <pc:docMk/>
            <pc:sldMk cId="1649151377" sldId="288"/>
            <ac:spMk id="16" creationId="{50295EA8-F772-73FD-663B-7837D5FE6A21}"/>
          </ac:spMkLst>
        </pc:spChg>
        <pc:spChg chg="mod">
          <ac:chgData name="Mellen, Brian C. [US-US]" userId="5d1ce5b9-f372-4b01-a2bb-24d7ad25d806" providerId="ADAL" clId="{708D641B-74B9-42CA-B124-30041B69659B}" dt="2026-07-20T19:37:56.890" v="8245" actId="1036"/>
          <ac:spMkLst>
            <pc:docMk/>
            <pc:sldMk cId="1649151377" sldId="288"/>
            <ac:spMk id="19" creationId="{9201E912-83FD-F345-960A-FC79DC5AC143}"/>
          </ac:spMkLst>
        </pc:spChg>
        <pc:spChg chg="add mod">
          <ac:chgData name="Mellen, Brian C. [US-US]" userId="5d1ce5b9-f372-4b01-a2bb-24d7ad25d806" providerId="ADAL" clId="{708D641B-74B9-42CA-B124-30041B69659B}" dt="2026-07-23T18:36:07.665" v="10752" actId="20577"/>
          <ac:spMkLst>
            <pc:docMk/>
            <pc:sldMk cId="1649151377" sldId="288"/>
            <ac:spMk id="32" creationId="{C4127D24-F38F-C38B-06A5-C4A3F2FF8C03}"/>
          </ac:spMkLst>
        </pc:spChg>
        <pc:spChg chg="add mod">
          <ac:chgData name="Mellen, Brian C. [US-US]" userId="5d1ce5b9-f372-4b01-a2bb-24d7ad25d806" providerId="ADAL" clId="{708D641B-74B9-42CA-B124-30041B69659B}" dt="2026-07-23T18:35:03.336" v="10615" actId="20577"/>
          <ac:spMkLst>
            <pc:docMk/>
            <pc:sldMk cId="1649151377" sldId="288"/>
            <ac:spMk id="39" creationId="{E87399B8-61F8-B947-A0EA-0B97BAAFA513}"/>
          </ac:spMkLst>
        </pc:spChg>
        <pc:spChg chg="mod">
          <ac:chgData name="Mellen, Brian C. [US-US]" userId="5d1ce5b9-f372-4b01-a2bb-24d7ad25d806" providerId="ADAL" clId="{708D641B-74B9-42CA-B124-30041B69659B}" dt="2026-07-20T19:37:56.890" v="8245" actId="1036"/>
          <ac:spMkLst>
            <pc:docMk/>
            <pc:sldMk cId="1649151377" sldId="288"/>
            <ac:spMk id="70" creationId="{2BA321CE-8642-515D-4B7F-E1938444967C}"/>
          </ac:spMkLst>
        </pc:spChg>
        <pc:spChg chg="mod">
          <ac:chgData name="Mellen, Brian C. [US-US]" userId="5d1ce5b9-f372-4b01-a2bb-24d7ad25d806" providerId="ADAL" clId="{708D641B-74B9-42CA-B124-30041B69659B}" dt="2026-07-20T19:37:56.890" v="8245" actId="1036"/>
          <ac:spMkLst>
            <pc:docMk/>
            <pc:sldMk cId="1649151377" sldId="288"/>
            <ac:spMk id="71" creationId="{6B1F20F8-6B57-4FB9-D7E7-0AE780BF26AA}"/>
          </ac:spMkLst>
        </pc:spChg>
        <pc:spChg chg="mod">
          <ac:chgData name="Mellen, Brian C. [US-US]" userId="5d1ce5b9-f372-4b01-a2bb-24d7ad25d806" providerId="ADAL" clId="{708D641B-74B9-42CA-B124-30041B69659B}" dt="2026-07-20T19:37:56.890" v="8245" actId="1036"/>
          <ac:spMkLst>
            <pc:docMk/>
            <pc:sldMk cId="1649151377" sldId="288"/>
            <ac:spMk id="72" creationId="{8000EC41-8DF5-D226-5402-6FF76E4FDEC2}"/>
          </ac:spMkLst>
        </pc:spChg>
        <pc:spChg chg="mod">
          <ac:chgData name="Mellen, Brian C. [US-US]" userId="5d1ce5b9-f372-4b01-a2bb-24d7ad25d806" providerId="ADAL" clId="{708D641B-74B9-42CA-B124-30041B69659B}" dt="2026-07-20T19:37:56.890" v="8245" actId="1036"/>
          <ac:spMkLst>
            <pc:docMk/>
            <pc:sldMk cId="1649151377" sldId="288"/>
            <ac:spMk id="73" creationId="{1B6275E6-72DB-1D7F-2262-8D806B3E6F9F}"/>
          </ac:spMkLst>
        </pc:spChg>
        <pc:spChg chg="mod">
          <ac:chgData name="Mellen, Brian C. [US-US]" userId="5d1ce5b9-f372-4b01-a2bb-24d7ad25d806" providerId="ADAL" clId="{708D641B-74B9-42CA-B124-30041B69659B}" dt="2026-07-20T19:37:56.890" v="8245" actId="1036"/>
          <ac:spMkLst>
            <pc:docMk/>
            <pc:sldMk cId="1649151377" sldId="288"/>
            <ac:spMk id="126" creationId="{00DB6C41-F108-D3D9-925E-5D1D1EC3B84C}"/>
          </ac:spMkLst>
        </pc:spChg>
        <pc:cxnChg chg="mod">
          <ac:chgData name="Mellen, Brian C. [US-US]" userId="5d1ce5b9-f372-4b01-a2bb-24d7ad25d806" providerId="ADAL" clId="{708D641B-74B9-42CA-B124-30041B69659B}" dt="2026-07-20T19:37:42.445" v="8204" actId="1036"/>
          <ac:cxnSpMkLst>
            <pc:docMk/>
            <pc:sldMk cId="1649151377" sldId="288"/>
            <ac:cxnSpMk id="136" creationId="{8218C5AA-B972-7FBE-ED95-E0A2F35699D2}"/>
          </ac:cxnSpMkLst>
        </pc:cxnChg>
      </pc:sldChg>
      <pc:sldChg chg="addSp delSp modSp add mod">
        <pc:chgData name="Mellen, Brian C. [US-US]" userId="5d1ce5b9-f372-4b01-a2bb-24d7ad25d806" providerId="ADAL" clId="{708D641B-74B9-42CA-B124-30041B69659B}" dt="2026-07-23T18:39:28.648" v="10925" actId="20577"/>
        <pc:sldMkLst>
          <pc:docMk/>
          <pc:sldMk cId="4054634084" sldId="289"/>
        </pc:sldMkLst>
        <pc:spChg chg="add mod">
          <ac:chgData name="Mellen, Brian C. [US-US]" userId="5d1ce5b9-f372-4b01-a2bb-24d7ad25d806" providerId="ADAL" clId="{708D641B-74B9-42CA-B124-30041B69659B}" dt="2026-07-23T18:38:37.752" v="10842" actId="1038"/>
          <ac:spMkLst>
            <pc:docMk/>
            <pc:sldMk cId="4054634084" sldId="289"/>
            <ac:spMk id="3" creationId="{843BE25E-A8C5-9B01-879D-35EEF981BE61}"/>
          </ac:spMkLst>
        </pc:spChg>
        <pc:spChg chg="add del mod">
          <ac:chgData name="Mellen, Brian C. [US-US]" userId="5d1ce5b9-f372-4b01-a2bb-24d7ad25d806" providerId="ADAL" clId="{708D641B-74B9-42CA-B124-30041B69659B}" dt="2026-07-23T18:38:37.752" v="10842" actId="1038"/>
          <ac:spMkLst>
            <pc:docMk/>
            <pc:sldMk cId="4054634084" sldId="289"/>
            <ac:spMk id="5" creationId="{4D08F057-F233-A498-6783-2DBEB07A6DC1}"/>
          </ac:spMkLst>
        </pc:spChg>
        <pc:spChg chg="mod">
          <ac:chgData name="Mellen, Brian C. [US-US]" userId="5d1ce5b9-f372-4b01-a2bb-24d7ad25d806" providerId="ADAL" clId="{708D641B-74B9-42CA-B124-30041B69659B}" dt="2026-07-20T19:38:08.644" v="8285" actId="1035"/>
          <ac:spMkLst>
            <pc:docMk/>
            <pc:sldMk cId="4054634084" sldId="289"/>
            <ac:spMk id="6" creationId="{1630DE2C-E97F-2B0D-4184-93991F5C79E0}"/>
          </ac:spMkLst>
        </pc:spChg>
        <pc:spChg chg="add">
          <ac:chgData name="Mellen, Brian C. [US-US]" userId="5d1ce5b9-f372-4b01-a2bb-24d7ad25d806" providerId="ADAL" clId="{708D641B-74B9-42CA-B124-30041B69659B}" dt="2026-07-20T19:38:12.750" v="8286" actId="22"/>
          <ac:spMkLst>
            <pc:docMk/>
            <pc:sldMk cId="4054634084" sldId="289"/>
            <ac:spMk id="11" creationId="{D48E608C-5885-F8BA-7E52-5763C6340B4B}"/>
          </ac:spMkLst>
        </pc:spChg>
        <pc:spChg chg="mod">
          <ac:chgData name="Mellen, Brian C. [US-US]" userId="5d1ce5b9-f372-4b01-a2bb-24d7ad25d806" providerId="ADAL" clId="{708D641B-74B9-42CA-B124-30041B69659B}" dt="2026-07-20T15:40:52.841" v="7505" actId="1035"/>
          <ac:spMkLst>
            <pc:docMk/>
            <pc:sldMk cId="4054634084" sldId="289"/>
            <ac:spMk id="17" creationId="{449273BF-FD0B-36E5-AE2A-5E43F173ECCC}"/>
          </ac:spMkLst>
        </pc:spChg>
        <pc:spChg chg="mod">
          <ac:chgData name="Mellen, Brian C. [US-US]" userId="5d1ce5b9-f372-4b01-a2bb-24d7ad25d806" providerId="ADAL" clId="{708D641B-74B9-42CA-B124-30041B69659B}" dt="2026-07-20T19:38:08.644" v="8285" actId="1035"/>
          <ac:spMkLst>
            <pc:docMk/>
            <pc:sldMk cId="4054634084" sldId="289"/>
            <ac:spMk id="20" creationId="{A825DED6-49BB-3F30-61A9-F1D26144E774}"/>
          </ac:spMkLst>
        </pc:spChg>
        <pc:spChg chg="mod">
          <ac:chgData name="Mellen, Brian C. [US-US]" userId="5d1ce5b9-f372-4b01-a2bb-24d7ad25d806" providerId="ADAL" clId="{708D641B-74B9-42CA-B124-30041B69659B}" dt="2026-07-23T18:38:37.752" v="10842" actId="1038"/>
          <ac:spMkLst>
            <pc:docMk/>
            <pc:sldMk cId="4054634084" sldId="289"/>
            <ac:spMk id="22" creationId="{5859E300-C558-AF78-21DC-AEE41BE92AB0}"/>
          </ac:spMkLst>
        </pc:spChg>
        <pc:spChg chg="mod">
          <ac:chgData name="Mellen, Brian C. [US-US]" userId="5d1ce5b9-f372-4b01-a2bb-24d7ad25d806" providerId="ADAL" clId="{708D641B-74B9-42CA-B124-30041B69659B}" dt="2026-07-23T18:38:37.752" v="10842" actId="1038"/>
          <ac:spMkLst>
            <pc:docMk/>
            <pc:sldMk cId="4054634084" sldId="289"/>
            <ac:spMk id="23" creationId="{E009B8A4-C57A-621C-E1E7-F66EE1B30EFD}"/>
          </ac:spMkLst>
        </pc:spChg>
        <pc:spChg chg="mod">
          <ac:chgData name="Mellen, Brian C. [US-US]" userId="5d1ce5b9-f372-4b01-a2bb-24d7ad25d806" providerId="ADAL" clId="{708D641B-74B9-42CA-B124-30041B69659B}" dt="2026-07-23T18:38:37.752" v="10842" actId="1038"/>
          <ac:spMkLst>
            <pc:docMk/>
            <pc:sldMk cId="4054634084" sldId="289"/>
            <ac:spMk id="24" creationId="{43457960-A945-7EE8-1C1A-8F12BB2209B6}"/>
          </ac:spMkLst>
        </pc:spChg>
        <pc:spChg chg="mod">
          <ac:chgData name="Mellen, Brian C. [US-US]" userId="5d1ce5b9-f372-4b01-a2bb-24d7ad25d806" providerId="ADAL" clId="{708D641B-74B9-42CA-B124-30041B69659B}" dt="2026-07-23T18:38:37.752" v="10842" actId="1038"/>
          <ac:spMkLst>
            <pc:docMk/>
            <pc:sldMk cId="4054634084" sldId="289"/>
            <ac:spMk id="25" creationId="{A8D47F0B-EA49-3FED-310A-C8183C2598AF}"/>
          </ac:spMkLst>
        </pc:spChg>
        <pc:spChg chg="mod">
          <ac:chgData name="Mellen, Brian C. [US-US]" userId="5d1ce5b9-f372-4b01-a2bb-24d7ad25d806" providerId="ADAL" clId="{708D641B-74B9-42CA-B124-30041B69659B}" dt="2026-07-23T18:38:37.752" v="10842" actId="1038"/>
          <ac:spMkLst>
            <pc:docMk/>
            <pc:sldMk cId="4054634084" sldId="289"/>
            <ac:spMk id="26" creationId="{682570BF-3E08-7DA5-2751-33F64687CC6E}"/>
          </ac:spMkLst>
        </pc:spChg>
        <pc:spChg chg="mod">
          <ac:chgData name="Mellen, Brian C. [US-US]" userId="5d1ce5b9-f372-4b01-a2bb-24d7ad25d806" providerId="ADAL" clId="{708D641B-74B9-42CA-B124-30041B69659B}" dt="2026-07-23T18:38:37.752" v="10842" actId="1038"/>
          <ac:spMkLst>
            <pc:docMk/>
            <pc:sldMk cId="4054634084" sldId="289"/>
            <ac:spMk id="27" creationId="{77C8181E-C02C-6A98-93B4-72A4F7036152}"/>
          </ac:spMkLst>
        </pc:spChg>
        <pc:spChg chg="mod">
          <ac:chgData name="Mellen, Brian C. [US-US]" userId="5d1ce5b9-f372-4b01-a2bb-24d7ad25d806" providerId="ADAL" clId="{708D641B-74B9-42CA-B124-30041B69659B}" dt="2026-07-23T18:38:37.752" v="10842" actId="1038"/>
          <ac:spMkLst>
            <pc:docMk/>
            <pc:sldMk cId="4054634084" sldId="289"/>
            <ac:spMk id="28" creationId="{C5621A9C-FCB0-3C02-FB76-A7F849FDE7B3}"/>
          </ac:spMkLst>
        </pc:spChg>
        <pc:spChg chg="add">
          <ac:chgData name="Mellen, Brian C. [US-US]" userId="5d1ce5b9-f372-4b01-a2bb-24d7ad25d806" providerId="ADAL" clId="{708D641B-74B9-42CA-B124-30041B69659B}" dt="2026-07-20T19:38:12.750" v="8286" actId="22"/>
          <ac:spMkLst>
            <pc:docMk/>
            <pc:sldMk cId="4054634084" sldId="289"/>
            <ac:spMk id="32" creationId="{353FB78C-D316-0551-1FC5-8B11F20AFA91}"/>
          </ac:spMkLst>
        </pc:spChg>
        <pc:spChg chg="add mod">
          <ac:chgData name="Mellen, Brian C. [US-US]" userId="5d1ce5b9-f372-4b01-a2bb-24d7ad25d806" providerId="ADAL" clId="{708D641B-74B9-42CA-B124-30041B69659B}" dt="2026-07-23T18:39:28.648" v="10925" actId="20577"/>
          <ac:spMkLst>
            <pc:docMk/>
            <pc:sldMk cId="4054634084" sldId="289"/>
            <ac:spMk id="39" creationId="{579B919F-7FBF-A648-BEAD-F900C05BF573}"/>
          </ac:spMkLst>
        </pc:spChg>
        <pc:spChg chg="mod">
          <ac:chgData name="Mellen, Brian C. [US-US]" userId="5d1ce5b9-f372-4b01-a2bb-24d7ad25d806" providerId="ADAL" clId="{708D641B-74B9-42CA-B124-30041B69659B}" dt="2026-07-20T19:38:08.644" v="8285" actId="1035"/>
          <ac:spMkLst>
            <pc:docMk/>
            <pc:sldMk cId="4054634084" sldId="289"/>
            <ac:spMk id="98" creationId="{B7271659-DDCC-43E9-78FF-DE011B473998}"/>
          </ac:spMkLst>
        </pc:spChg>
        <pc:spChg chg="mod">
          <ac:chgData name="Mellen, Brian C. [US-US]" userId="5d1ce5b9-f372-4b01-a2bb-24d7ad25d806" providerId="ADAL" clId="{708D641B-74B9-42CA-B124-30041B69659B}" dt="2026-07-20T19:38:08.644" v="8285" actId="1035"/>
          <ac:spMkLst>
            <pc:docMk/>
            <pc:sldMk cId="4054634084" sldId="289"/>
            <ac:spMk id="99" creationId="{17130440-72D4-BC15-905F-B306EF54B3B8}"/>
          </ac:spMkLst>
        </pc:spChg>
        <pc:spChg chg="mod">
          <ac:chgData name="Mellen, Brian C. [US-US]" userId="5d1ce5b9-f372-4b01-a2bb-24d7ad25d806" providerId="ADAL" clId="{708D641B-74B9-42CA-B124-30041B69659B}" dt="2026-07-23T18:38:37.752" v="10842" actId="1038"/>
          <ac:spMkLst>
            <pc:docMk/>
            <pc:sldMk cId="4054634084" sldId="289"/>
            <ac:spMk id="100" creationId="{4C11B57A-7631-BC8D-7E46-9F976E97A0B1}"/>
          </ac:spMkLst>
        </pc:spChg>
      </pc:sldChg>
      <pc:sldChg chg="addSp delSp modSp add mod">
        <pc:chgData name="Mellen, Brian C. [US-US]" userId="5d1ce5b9-f372-4b01-a2bb-24d7ad25d806" providerId="ADAL" clId="{708D641B-74B9-42CA-B124-30041B69659B}" dt="2026-07-23T18:41:35.307" v="11100" actId="20577"/>
        <pc:sldMkLst>
          <pc:docMk/>
          <pc:sldMk cId="771979935" sldId="290"/>
        </pc:sldMkLst>
        <pc:spChg chg="add mod">
          <ac:chgData name="Mellen, Brian C. [US-US]" userId="5d1ce5b9-f372-4b01-a2bb-24d7ad25d806" providerId="ADAL" clId="{708D641B-74B9-42CA-B124-30041B69659B}" dt="2026-07-23T18:39:44.837" v="10935" actId="1076"/>
          <ac:spMkLst>
            <pc:docMk/>
            <pc:sldMk cId="771979935" sldId="290"/>
            <ac:spMk id="11" creationId="{1789442D-5559-8829-CC25-1887464D26BD}"/>
          </ac:spMkLst>
        </pc:spChg>
        <pc:spChg chg="mod">
          <ac:chgData name="Mellen, Brian C. [US-US]" userId="5d1ce5b9-f372-4b01-a2bb-24d7ad25d806" providerId="ADAL" clId="{708D641B-74B9-42CA-B124-30041B69659B}" dt="2026-07-23T18:39:43.546" v="10934" actId="1036"/>
          <ac:spMkLst>
            <pc:docMk/>
            <pc:sldMk cId="771979935" sldId="290"/>
            <ac:spMk id="30" creationId="{CCD6C90C-A652-1EF4-03FC-E4C14914A6DF}"/>
          </ac:spMkLst>
        </pc:spChg>
        <pc:spChg chg="mod">
          <ac:chgData name="Mellen, Brian C. [US-US]" userId="5d1ce5b9-f372-4b01-a2bb-24d7ad25d806" providerId="ADAL" clId="{708D641B-74B9-42CA-B124-30041B69659B}" dt="2026-07-23T18:39:43.546" v="10934" actId="1036"/>
          <ac:spMkLst>
            <pc:docMk/>
            <pc:sldMk cId="771979935" sldId="290"/>
            <ac:spMk id="31" creationId="{2E87ABF8-E22C-341D-493F-70E048542CB6}"/>
          </ac:spMkLst>
        </pc:spChg>
        <pc:spChg chg="add">
          <ac:chgData name="Mellen, Brian C. [US-US]" userId="5d1ce5b9-f372-4b01-a2bb-24d7ad25d806" providerId="ADAL" clId="{708D641B-74B9-42CA-B124-30041B69659B}" dt="2026-07-20T19:38:54.383" v="8346" actId="22"/>
          <ac:spMkLst>
            <pc:docMk/>
            <pc:sldMk cId="771979935" sldId="290"/>
            <ac:spMk id="32" creationId="{7573BB35-7D7C-79A2-1B03-E82531AD5667}"/>
          </ac:spMkLst>
        </pc:spChg>
        <pc:spChg chg="mod">
          <ac:chgData name="Mellen, Brian C. [US-US]" userId="5d1ce5b9-f372-4b01-a2bb-24d7ad25d806" providerId="ADAL" clId="{708D641B-74B9-42CA-B124-30041B69659B}" dt="2026-07-20T19:38:50.745" v="8345" actId="1036"/>
          <ac:spMkLst>
            <pc:docMk/>
            <pc:sldMk cId="771979935" sldId="290"/>
            <ac:spMk id="33" creationId="{1BC612E9-6F83-2399-DCD7-965EBC5E22D2}"/>
          </ac:spMkLst>
        </pc:spChg>
        <pc:spChg chg="mod">
          <ac:chgData name="Mellen, Brian C. [US-US]" userId="5d1ce5b9-f372-4b01-a2bb-24d7ad25d806" providerId="ADAL" clId="{708D641B-74B9-42CA-B124-30041B69659B}" dt="2026-07-20T19:38:50.745" v="8345" actId="1036"/>
          <ac:spMkLst>
            <pc:docMk/>
            <pc:sldMk cId="771979935" sldId="290"/>
            <ac:spMk id="34" creationId="{CE1D0379-1544-6C40-9248-3A43996D498E}"/>
          </ac:spMkLst>
        </pc:spChg>
        <pc:spChg chg="mod">
          <ac:chgData name="Mellen, Brian C. [US-US]" userId="5d1ce5b9-f372-4b01-a2bb-24d7ad25d806" providerId="ADAL" clId="{708D641B-74B9-42CA-B124-30041B69659B}" dt="2026-07-20T19:38:50.745" v="8345" actId="1036"/>
          <ac:spMkLst>
            <pc:docMk/>
            <pc:sldMk cId="771979935" sldId="290"/>
            <ac:spMk id="35" creationId="{A4C9B9DC-918F-85E2-DFA1-53B92C9124D6}"/>
          </ac:spMkLst>
        </pc:spChg>
        <pc:spChg chg="mod">
          <ac:chgData name="Mellen, Brian C. [US-US]" userId="5d1ce5b9-f372-4b01-a2bb-24d7ad25d806" providerId="ADAL" clId="{708D641B-74B9-42CA-B124-30041B69659B}" dt="2026-07-23T18:39:43.546" v="10934" actId="1036"/>
          <ac:spMkLst>
            <pc:docMk/>
            <pc:sldMk cId="771979935" sldId="290"/>
            <ac:spMk id="36" creationId="{64ACF7C1-A35D-116E-1D67-1F5EC49BEC24}"/>
          </ac:spMkLst>
        </pc:spChg>
        <pc:spChg chg="mod">
          <ac:chgData name="Mellen, Brian C. [US-US]" userId="5d1ce5b9-f372-4b01-a2bb-24d7ad25d806" providerId="ADAL" clId="{708D641B-74B9-42CA-B124-30041B69659B}" dt="2026-07-23T18:39:43.546" v="10934" actId="1036"/>
          <ac:spMkLst>
            <pc:docMk/>
            <pc:sldMk cId="771979935" sldId="290"/>
            <ac:spMk id="37" creationId="{A5509E2D-434F-E303-30E5-DEDD176BCED5}"/>
          </ac:spMkLst>
        </pc:spChg>
        <pc:spChg chg="add mod">
          <ac:chgData name="Mellen, Brian C. [US-US]" userId="5d1ce5b9-f372-4b01-a2bb-24d7ad25d806" providerId="ADAL" clId="{708D641B-74B9-42CA-B124-30041B69659B}" dt="2026-07-23T18:41:35.307" v="11100" actId="20577"/>
          <ac:spMkLst>
            <pc:docMk/>
            <pc:sldMk cId="771979935" sldId="290"/>
            <ac:spMk id="39" creationId="{816F55F5-24DB-5983-92B6-5E26BADD3F74}"/>
          </ac:spMkLst>
        </pc:spChg>
        <pc:spChg chg="mod">
          <ac:chgData name="Mellen, Brian C. [US-US]" userId="5d1ce5b9-f372-4b01-a2bb-24d7ad25d806" providerId="ADAL" clId="{708D641B-74B9-42CA-B124-30041B69659B}" dt="2026-07-20T19:38:50.745" v="8345" actId="1036"/>
          <ac:spMkLst>
            <pc:docMk/>
            <pc:sldMk cId="771979935" sldId="290"/>
            <ac:spMk id="46" creationId="{CBB358B7-6779-D72C-02D3-1CEFC89E5B18}"/>
          </ac:spMkLst>
        </pc:spChg>
        <pc:spChg chg="mod">
          <ac:chgData name="Mellen, Brian C. [US-US]" userId="5d1ce5b9-f372-4b01-a2bb-24d7ad25d806" providerId="ADAL" clId="{708D641B-74B9-42CA-B124-30041B69659B}" dt="2026-07-23T18:39:43.546" v="10934" actId="1036"/>
          <ac:spMkLst>
            <pc:docMk/>
            <pc:sldMk cId="771979935" sldId="290"/>
            <ac:spMk id="106" creationId="{35E68AFE-16CE-E61C-697B-4C2888A58830}"/>
          </ac:spMkLst>
        </pc:spChg>
        <pc:spChg chg="mod">
          <ac:chgData name="Mellen, Brian C. [US-US]" userId="5d1ce5b9-f372-4b01-a2bb-24d7ad25d806" providerId="ADAL" clId="{708D641B-74B9-42CA-B124-30041B69659B}" dt="2026-07-23T18:39:43.546" v="10934" actId="1036"/>
          <ac:spMkLst>
            <pc:docMk/>
            <pc:sldMk cId="771979935" sldId="290"/>
            <ac:spMk id="107" creationId="{3B5EC7C3-08CE-CD45-2BD7-60BB3F4766FC}"/>
          </ac:spMkLst>
        </pc:spChg>
        <pc:spChg chg="mod">
          <ac:chgData name="Mellen, Brian C. [US-US]" userId="5d1ce5b9-f372-4b01-a2bb-24d7ad25d806" providerId="ADAL" clId="{708D641B-74B9-42CA-B124-30041B69659B}" dt="2026-07-23T18:39:43.546" v="10934" actId="1036"/>
          <ac:spMkLst>
            <pc:docMk/>
            <pc:sldMk cId="771979935" sldId="290"/>
            <ac:spMk id="108" creationId="{E1838EE5-E960-CC8A-4450-18F6F4909F45}"/>
          </ac:spMkLst>
        </pc:spChg>
        <pc:spChg chg="mod">
          <ac:chgData name="Mellen, Brian C. [US-US]" userId="5d1ce5b9-f372-4b01-a2bb-24d7ad25d806" providerId="ADAL" clId="{708D641B-74B9-42CA-B124-30041B69659B}" dt="2026-07-23T18:39:43.546" v="10934" actId="1036"/>
          <ac:spMkLst>
            <pc:docMk/>
            <pc:sldMk cId="771979935" sldId="290"/>
            <ac:spMk id="111" creationId="{5CDABE90-50F8-3F35-3890-F7A716159D09}"/>
          </ac:spMkLst>
        </pc:spChg>
        <pc:spChg chg="mod">
          <ac:chgData name="Mellen, Brian C. [US-US]" userId="5d1ce5b9-f372-4b01-a2bb-24d7ad25d806" providerId="ADAL" clId="{708D641B-74B9-42CA-B124-30041B69659B}" dt="2026-07-23T18:39:43.546" v="10934" actId="1036"/>
          <ac:spMkLst>
            <pc:docMk/>
            <pc:sldMk cId="771979935" sldId="290"/>
            <ac:spMk id="130" creationId="{670013C1-C4C3-C4EF-66A3-4D81B4900ADE}"/>
          </ac:spMkLst>
        </pc:spChg>
        <pc:spChg chg="mod">
          <ac:chgData name="Mellen, Brian C. [US-US]" userId="5d1ce5b9-f372-4b01-a2bb-24d7ad25d806" providerId="ADAL" clId="{708D641B-74B9-42CA-B124-30041B69659B}" dt="2026-07-23T18:39:43.546" v="10934" actId="1036"/>
          <ac:spMkLst>
            <pc:docMk/>
            <pc:sldMk cId="771979935" sldId="290"/>
            <ac:spMk id="131" creationId="{E8774681-E4C5-2DCD-C5DF-7373916B0677}"/>
          </ac:spMkLst>
        </pc:spChg>
        <pc:cxnChg chg="mod">
          <ac:chgData name="Mellen, Brian C. [US-US]" userId="5d1ce5b9-f372-4b01-a2bb-24d7ad25d806" providerId="ADAL" clId="{708D641B-74B9-42CA-B124-30041B69659B}" dt="2026-07-20T19:38:41.546" v="8290" actId="1076"/>
          <ac:cxnSpMkLst>
            <pc:docMk/>
            <pc:sldMk cId="771979935" sldId="290"/>
            <ac:cxnSpMk id="139" creationId="{7FF88AD7-9C03-F18E-EC38-2C0503A260EF}"/>
          </ac:cxnSpMkLst>
        </pc:cxnChg>
      </pc:sldChg>
      <pc:sldChg chg="addSp delSp modSp add mod">
        <pc:chgData name="Mellen, Brian C. [US-US]" userId="5d1ce5b9-f372-4b01-a2bb-24d7ad25d806" providerId="ADAL" clId="{708D641B-74B9-42CA-B124-30041B69659B}" dt="2026-07-23T18:44:31.957" v="11275" actId="20577"/>
        <pc:sldMkLst>
          <pc:docMk/>
          <pc:sldMk cId="2557605191" sldId="291"/>
        </pc:sldMkLst>
        <pc:spChg chg="mod">
          <ac:chgData name="Mellen, Brian C. [US-US]" userId="5d1ce5b9-f372-4b01-a2bb-24d7ad25d806" providerId="ADAL" clId="{708D641B-74B9-42CA-B124-30041B69659B}" dt="2026-07-20T19:39:08.781" v="8347" actId="1076"/>
          <ac:spMkLst>
            <pc:docMk/>
            <pc:sldMk cId="2557605191" sldId="291"/>
            <ac:spMk id="2" creationId="{1E09036F-937F-A796-A0FF-7B5C94F7B20F}"/>
          </ac:spMkLst>
        </pc:spChg>
        <pc:spChg chg="mod">
          <ac:chgData name="Mellen, Brian C. [US-US]" userId="5d1ce5b9-f372-4b01-a2bb-24d7ad25d806" providerId="ADAL" clId="{708D641B-74B9-42CA-B124-30041B69659B}" dt="2026-07-20T19:39:08.781" v="8347" actId="1076"/>
          <ac:spMkLst>
            <pc:docMk/>
            <pc:sldMk cId="2557605191" sldId="291"/>
            <ac:spMk id="3" creationId="{58815E95-E3F6-2B0E-79CB-4CB56E8B266C}"/>
          </ac:spMkLst>
        </pc:spChg>
        <pc:spChg chg="add">
          <ac:chgData name="Mellen, Brian C. [US-US]" userId="5d1ce5b9-f372-4b01-a2bb-24d7ad25d806" providerId="ADAL" clId="{708D641B-74B9-42CA-B124-30041B69659B}" dt="2026-07-20T19:39:38.805" v="8354" actId="22"/>
          <ac:spMkLst>
            <pc:docMk/>
            <pc:sldMk cId="2557605191" sldId="291"/>
            <ac:spMk id="11" creationId="{489073C1-95EF-B025-1720-4DD58AEAF380}"/>
          </ac:spMkLst>
        </pc:spChg>
        <pc:spChg chg="add">
          <ac:chgData name="Mellen, Brian C. [US-US]" userId="5d1ce5b9-f372-4b01-a2bb-24d7ad25d806" providerId="ADAL" clId="{708D641B-74B9-42CA-B124-30041B69659B}" dt="2026-07-20T19:39:38.805" v="8354" actId="22"/>
          <ac:spMkLst>
            <pc:docMk/>
            <pc:sldMk cId="2557605191" sldId="291"/>
            <ac:spMk id="32" creationId="{D94EC451-D0D1-15D9-B3DA-1675A00663C7}"/>
          </ac:spMkLst>
        </pc:spChg>
        <pc:spChg chg="add mod">
          <ac:chgData name="Mellen, Brian C. [US-US]" userId="5d1ce5b9-f372-4b01-a2bb-24d7ad25d806" providerId="ADAL" clId="{708D641B-74B9-42CA-B124-30041B69659B}" dt="2026-07-23T18:44:31.957" v="11275" actId="20577"/>
          <ac:spMkLst>
            <pc:docMk/>
            <pc:sldMk cId="2557605191" sldId="291"/>
            <ac:spMk id="39" creationId="{F8E1E1A1-2DF0-C39C-68DC-2E8EF82038E3}"/>
          </ac:spMkLst>
        </pc:spChg>
        <pc:spChg chg="mod">
          <ac:chgData name="Mellen, Brian C. [US-US]" userId="5d1ce5b9-f372-4b01-a2bb-24d7ad25d806" providerId="ADAL" clId="{708D641B-74B9-42CA-B124-30041B69659B}" dt="2026-07-20T19:39:14.213" v="8353" actId="1035"/>
          <ac:spMkLst>
            <pc:docMk/>
            <pc:sldMk cId="2557605191" sldId="291"/>
            <ac:spMk id="48" creationId="{472FD3F3-126F-1169-E892-8A2455E27297}"/>
          </ac:spMkLst>
        </pc:spChg>
        <pc:spChg chg="mod">
          <ac:chgData name="Mellen, Brian C. [US-US]" userId="5d1ce5b9-f372-4b01-a2bb-24d7ad25d806" providerId="ADAL" clId="{708D641B-74B9-42CA-B124-30041B69659B}" dt="2026-07-20T19:39:14.213" v="8353" actId="1035"/>
          <ac:spMkLst>
            <pc:docMk/>
            <pc:sldMk cId="2557605191" sldId="291"/>
            <ac:spMk id="49" creationId="{7D0A4021-8590-8688-2456-F6C29EC7604A}"/>
          </ac:spMkLst>
        </pc:spChg>
        <pc:spChg chg="mod">
          <ac:chgData name="Mellen, Brian C. [US-US]" userId="5d1ce5b9-f372-4b01-a2bb-24d7ad25d806" providerId="ADAL" clId="{708D641B-74B9-42CA-B124-30041B69659B}" dt="2026-07-20T19:39:08.781" v="8347" actId="1076"/>
          <ac:spMkLst>
            <pc:docMk/>
            <pc:sldMk cId="2557605191" sldId="291"/>
            <ac:spMk id="114" creationId="{F147C469-79DB-5D74-E007-CC5C6664DFBE}"/>
          </ac:spMkLst>
        </pc:spChg>
        <pc:spChg chg="mod">
          <ac:chgData name="Mellen, Brian C. [US-US]" userId="5d1ce5b9-f372-4b01-a2bb-24d7ad25d806" providerId="ADAL" clId="{708D641B-74B9-42CA-B124-30041B69659B}" dt="2026-07-20T19:39:08.781" v="8347" actId="1076"/>
          <ac:spMkLst>
            <pc:docMk/>
            <pc:sldMk cId="2557605191" sldId="291"/>
            <ac:spMk id="115" creationId="{04125B19-1A8F-45DB-48DB-61EB30DE75A4}"/>
          </ac:spMkLst>
        </pc:spChg>
      </pc:sldChg>
      <pc:sldChg chg="addSp delSp modSp add mod">
        <pc:chgData name="Mellen, Brian C. [US-US]" userId="5d1ce5b9-f372-4b01-a2bb-24d7ad25d806" providerId="ADAL" clId="{708D641B-74B9-42CA-B124-30041B69659B}" dt="2026-07-23T18:48:32.325" v="11372" actId="1076"/>
        <pc:sldMkLst>
          <pc:docMk/>
          <pc:sldMk cId="1182928017" sldId="292"/>
        </pc:sldMkLst>
        <pc:spChg chg="mod">
          <ac:chgData name="Mellen, Brian C. [US-US]" userId="5d1ce5b9-f372-4b01-a2bb-24d7ad25d806" providerId="ADAL" clId="{708D641B-74B9-42CA-B124-30041B69659B}" dt="2026-07-20T19:40:21.809" v="8360" actId="1035"/>
          <ac:spMkLst>
            <pc:docMk/>
            <pc:sldMk cId="1182928017" sldId="292"/>
            <ac:spMk id="4" creationId="{A6CE742C-867B-1739-1BA0-EB566AF4531A}"/>
          </ac:spMkLst>
        </pc:spChg>
        <pc:spChg chg="mod">
          <ac:chgData name="Mellen, Brian C. [US-US]" userId="5d1ce5b9-f372-4b01-a2bb-24d7ad25d806" providerId="ADAL" clId="{708D641B-74B9-42CA-B124-30041B69659B}" dt="2026-07-20T19:40:51.154" v="8365" actId="1035"/>
          <ac:spMkLst>
            <pc:docMk/>
            <pc:sldMk cId="1182928017" sldId="292"/>
            <ac:spMk id="8" creationId="{C286B80C-01FF-B61C-11C4-15353D355DF0}"/>
          </ac:spMkLst>
        </pc:spChg>
        <pc:spChg chg="mod">
          <ac:chgData name="Mellen, Brian C. [US-US]" userId="5d1ce5b9-f372-4b01-a2bb-24d7ad25d806" providerId="ADAL" clId="{708D641B-74B9-42CA-B124-30041B69659B}" dt="2026-07-20T19:40:51.154" v="8365" actId="1035"/>
          <ac:spMkLst>
            <pc:docMk/>
            <pc:sldMk cId="1182928017" sldId="292"/>
            <ac:spMk id="9" creationId="{F09D298E-E916-81D5-2B34-BA986C63A4AF}"/>
          </ac:spMkLst>
        </pc:spChg>
        <pc:spChg chg="add">
          <ac:chgData name="Mellen, Brian C. [US-US]" userId="5d1ce5b9-f372-4b01-a2bb-24d7ad25d806" providerId="ADAL" clId="{708D641B-74B9-42CA-B124-30041B69659B}" dt="2026-07-20T19:40:16.513" v="8355" actId="22"/>
          <ac:spMkLst>
            <pc:docMk/>
            <pc:sldMk cId="1182928017" sldId="292"/>
            <ac:spMk id="11" creationId="{8E03178F-C89E-99F4-475C-01E58C8634CF}"/>
          </ac:spMkLst>
        </pc:spChg>
        <pc:spChg chg="mod">
          <ac:chgData name="Mellen, Brian C. [US-US]" userId="5d1ce5b9-f372-4b01-a2bb-24d7ad25d806" providerId="ADAL" clId="{708D641B-74B9-42CA-B124-30041B69659B}" dt="2026-07-20T19:40:21.809" v="8360" actId="1035"/>
          <ac:spMkLst>
            <pc:docMk/>
            <pc:sldMk cId="1182928017" sldId="292"/>
            <ac:spMk id="18" creationId="{4ED8617F-205B-E70D-D828-8F566B0EE846}"/>
          </ac:spMkLst>
        </pc:spChg>
        <pc:spChg chg="add">
          <ac:chgData name="Mellen, Brian C. [US-US]" userId="5d1ce5b9-f372-4b01-a2bb-24d7ad25d806" providerId="ADAL" clId="{708D641B-74B9-42CA-B124-30041B69659B}" dt="2026-07-20T19:40:16.513" v="8355" actId="22"/>
          <ac:spMkLst>
            <pc:docMk/>
            <pc:sldMk cId="1182928017" sldId="292"/>
            <ac:spMk id="32" creationId="{71288C3B-F436-5B0A-DD54-77AD4B835D60}"/>
          </ac:spMkLst>
        </pc:spChg>
        <pc:spChg chg="add mod">
          <ac:chgData name="Mellen, Brian C. [US-US]" userId="5d1ce5b9-f372-4b01-a2bb-24d7ad25d806" providerId="ADAL" clId="{708D641B-74B9-42CA-B124-30041B69659B}" dt="2026-07-23T18:48:32.325" v="11372" actId="1076"/>
          <ac:spMkLst>
            <pc:docMk/>
            <pc:sldMk cId="1182928017" sldId="292"/>
            <ac:spMk id="39" creationId="{4B3822DB-F249-DE12-F139-A7AC920E736E}"/>
          </ac:spMkLst>
        </pc:spChg>
        <pc:spChg chg="mod">
          <ac:chgData name="Mellen, Brian C. [US-US]" userId="5d1ce5b9-f372-4b01-a2bb-24d7ad25d806" providerId="ADAL" clId="{708D641B-74B9-42CA-B124-30041B69659B}" dt="2026-07-20T19:40:21.809" v="8360" actId="1035"/>
          <ac:spMkLst>
            <pc:docMk/>
            <pc:sldMk cId="1182928017" sldId="292"/>
            <ac:spMk id="40" creationId="{C30AFB59-E0FA-7CF2-0C15-4A834E367ACF}"/>
          </ac:spMkLst>
        </pc:spChg>
        <pc:spChg chg="mod">
          <ac:chgData name="Mellen, Brian C. [US-US]" userId="5d1ce5b9-f372-4b01-a2bb-24d7ad25d806" providerId="ADAL" clId="{708D641B-74B9-42CA-B124-30041B69659B}" dt="2026-07-20T19:40:21.809" v="8360" actId="1035"/>
          <ac:spMkLst>
            <pc:docMk/>
            <pc:sldMk cId="1182928017" sldId="292"/>
            <ac:spMk id="41" creationId="{24677488-23C0-888F-86D7-1FC636D4CA7D}"/>
          </ac:spMkLst>
        </pc:spChg>
        <pc:spChg chg="mod">
          <ac:chgData name="Mellen, Brian C. [US-US]" userId="5d1ce5b9-f372-4b01-a2bb-24d7ad25d806" providerId="ADAL" clId="{708D641B-74B9-42CA-B124-30041B69659B}" dt="2026-07-20T19:40:51.154" v="8365" actId="1035"/>
          <ac:spMkLst>
            <pc:docMk/>
            <pc:sldMk cId="1182928017" sldId="292"/>
            <ac:spMk id="91" creationId="{81626919-A859-CE31-7E59-968E682846F8}"/>
          </ac:spMkLst>
        </pc:spChg>
        <pc:spChg chg="mod">
          <ac:chgData name="Mellen, Brian C. [US-US]" userId="5d1ce5b9-f372-4b01-a2bb-24d7ad25d806" providerId="ADAL" clId="{708D641B-74B9-42CA-B124-30041B69659B}" dt="2026-07-20T19:40:51.154" v="8365" actId="1035"/>
          <ac:spMkLst>
            <pc:docMk/>
            <pc:sldMk cId="1182928017" sldId="292"/>
            <ac:spMk id="92" creationId="{86EC10C3-7BF6-6FE9-A943-B116FC71B2CE}"/>
          </ac:spMkLst>
        </pc:spChg>
        <pc:spChg chg="mod">
          <ac:chgData name="Mellen, Brian C. [US-US]" userId="5d1ce5b9-f372-4b01-a2bb-24d7ad25d806" providerId="ADAL" clId="{708D641B-74B9-42CA-B124-30041B69659B}" dt="2026-07-20T19:40:51.154" v="8365" actId="1035"/>
          <ac:spMkLst>
            <pc:docMk/>
            <pc:sldMk cId="1182928017" sldId="292"/>
            <ac:spMk id="93" creationId="{35459860-739C-CCB7-C640-C1E1D644FC1D}"/>
          </ac:spMkLst>
        </pc:spChg>
        <pc:spChg chg="mod">
          <ac:chgData name="Mellen, Brian C. [US-US]" userId="5d1ce5b9-f372-4b01-a2bb-24d7ad25d806" providerId="ADAL" clId="{708D641B-74B9-42CA-B124-30041B69659B}" dt="2026-07-20T19:40:51.154" v="8365" actId="1035"/>
          <ac:spMkLst>
            <pc:docMk/>
            <pc:sldMk cId="1182928017" sldId="292"/>
            <ac:spMk id="94" creationId="{92A02D22-F2B4-524D-D612-02CB625C89B4}"/>
          </ac:spMkLst>
        </pc:spChg>
        <pc:cxnChg chg="mod">
          <ac:chgData name="Mellen, Brian C. [US-US]" userId="5d1ce5b9-f372-4b01-a2bb-24d7ad25d806" providerId="ADAL" clId="{708D641B-74B9-42CA-B124-30041B69659B}" dt="2026-07-20T19:40:51.154" v="8365" actId="1035"/>
          <ac:cxnSpMkLst>
            <pc:docMk/>
            <pc:sldMk cId="1182928017" sldId="292"/>
            <ac:cxnSpMk id="47" creationId="{2F115390-742A-F845-4B9F-69589B2F70BE}"/>
          </ac:cxnSpMkLst>
        </pc:cxnChg>
      </pc:sldChg>
      <pc:sldChg chg="addSp delSp modSp add mod">
        <pc:chgData name="Mellen, Brian C. [US-US]" userId="5d1ce5b9-f372-4b01-a2bb-24d7ad25d806" providerId="ADAL" clId="{708D641B-74B9-42CA-B124-30041B69659B}" dt="2026-07-23T18:52:36.711" v="11496" actId="113"/>
        <pc:sldMkLst>
          <pc:docMk/>
          <pc:sldMk cId="2913805410" sldId="293"/>
        </pc:sldMkLst>
        <pc:spChg chg="add mod">
          <ac:chgData name="Mellen, Brian C. [US-US]" userId="5d1ce5b9-f372-4b01-a2bb-24d7ad25d806" providerId="ADAL" clId="{708D641B-74B9-42CA-B124-30041B69659B}" dt="2026-07-23T18:51:57.410" v="11449" actId="14100"/>
          <ac:spMkLst>
            <pc:docMk/>
            <pc:sldMk cId="2913805410" sldId="293"/>
            <ac:spMk id="11" creationId="{B321444C-EDF2-C1BE-0B4D-3B45DB23248A}"/>
          </ac:spMkLst>
        </pc:spChg>
        <pc:spChg chg="mod">
          <ac:chgData name="Mellen, Brian C. [US-US]" userId="5d1ce5b9-f372-4b01-a2bb-24d7ad25d806" providerId="ADAL" clId="{708D641B-74B9-42CA-B124-30041B69659B}" dt="2026-07-20T19:41:11.158" v="8409" actId="1035"/>
          <ac:spMkLst>
            <pc:docMk/>
            <pc:sldMk cId="2913805410" sldId="293"/>
            <ac:spMk id="13" creationId="{E7C4DAF2-F00E-89BB-FFB1-B2F44F832F07}"/>
          </ac:spMkLst>
        </pc:spChg>
        <pc:spChg chg="mod">
          <ac:chgData name="Mellen, Brian C. [US-US]" userId="5d1ce5b9-f372-4b01-a2bb-24d7ad25d806" providerId="ADAL" clId="{708D641B-74B9-42CA-B124-30041B69659B}" dt="2026-07-20T19:41:11.158" v="8409" actId="1035"/>
          <ac:spMkLst>
            <pc:docMk/>
            <pc:sldMk cId="2913805410" sldId="293"/>
            <ac:spMk id="14" creationId="{885D5987-8E89-6467-F6B2-09E6286428FD}"/>
          </ac:spMkLst>
        </pc:spChg>
        <pc:spChg chg="mod">
          <ac:chgData name="Mellen, Brian C. [US-US]" userId="5d1ce5b9-f372-4b01-a2bb-24d7ad25d806" providerId="ADAL" clId="{708D641B-74B9-42CA-B124-30041B69659B}" dt="2026-07-20T19:41:11.158" v="8409" actId="1035"/>
          <ac:spMkLst>
            <pc:docMk/>
            <pc:sldMk cId="2913805410" sldId="293"/>
            <ac:spMk id="15" creationId="{8E631F53-5CF7-46E2-D551-3D06FA70C079}"/>
          </ac:spMkLst>
        </pc:spChg>
        <pc:spChg chg="mod">
          <ac:chgData name="Mellen, Brian C. [US-US]" userId="5d1ce5b9-f372-4b01-a2bb-24d7ad25d806" providerId="ADAL" clId="{708D641B-74B9-42CA-B124-30041B69659B}" dt="2026-07-20T19:41:02.207" v="8401" actId="1036"/>
          <ac:spMkLst>
            <pc:docMk/>
            <pc:sldMk cId="2913805410" sldId="293"/>
            <ac:spMk id="16" creationId="{F65FA487-43C7-8D97-9B23-9B740C78A4A3}"/>
          </ac:spMkLst>
        </pc:spChg>
        <pc:spChg chg="mod">
          <ac:chgData name="Mellen, Brian C. [US-US]" userId="5d1ce5b9-f372-4b01-a2bb-24d7ad25d806" providerId="ADAL" clId="{708D641B-74B9-42CA-B124-30041B69659B}" dt="2026-07-20T19:41:02.207" v="8401" actId="1036"/>
          <ac:spMkLst>
            <pc:docMk/>
            <pc:sldMk cId="2913805410" sldId="293"/>
            <ac:spMk id="19" creationId="{A496B2DF-14DB-6836-EDCC-FC19363545E7}"/>
          </ac:spMkLst>
        </pc:spChg>
        <pc:spChg chg="add">
          <ac:chgData name="Mellen, Brian C. [US-US]" userId="5d1ce5b9-f372-4b01-a2bb-24d7ad25d806" providerId="ADAL" clId="{708D641B-74B9-42CA-B124-30041B69659B}" dt="2026-07-20T19:41:14.582" v="8410" actId="22"/>
          <ac:spMkLst>
            <pc:docMk/>
            <pc:sldMk cId="2913805410" sldId="293"/>
            <ac:spMk id="32" creationId="{B077ECEC-754D-C4F8-4D27-370B6B6BB3D4}"/>
          </ac:spMkLst>
        </pc:spChg>
        <pc:spChg chg="add mod">
          <ac:chgData name="Mellen, Brian C. [US-US]" userId="5d1ce5b9-f372-4b01-a2bb-24d7ad25d806" providerId="ADAL" clId="{708D641B-74B9-42CA-B124-30041B69659B}" dt="2026-07-23T18:52:36.711" v="11496" actId="113"/>
          <ac:spMkLst>
            <pc:docMk/>
            <pc:sldMk cId="2913805410" sldId="293"/>
            <ac:spMk id="39" creationId="{A3B99C01-D435-AD85-4945-6DC3772CF7F0}"/>
          </ac:spMkLst>
        </pc:spChg>
        <pc:spChg chg="mod">
          <ac:chgData name="Mellen, Brian C. [US-US]" userId="5d1ce5b9-f372-4b01-a2bb-24d7ad25d806" providerId="ADAL" clId="{708D641B-74B9-42CA-B124-30041B69659B}" dt="2026-07-20T19:41:11.158" v="8409" actId="1035"/>
          <ac:spMkLst>
            <pc:docMk/>
            <pc:sldMk cId="2913805410" sldId="293"/>
            <ac:spMk id="66" creationId="{4160E259-BA19-B03A-557F-BCCFFA14AC1A}"/>
          </ac:spMkLst>
        </pc:spChg>
        <pc:spChg chg="mod">
          <ac:chgData name="Mellen, Brian C. [US-US]" userId="5d1ce5b9-f372-4b01-a2bb-24d7ad25d806" providerId="ADAL" clId="{708D641B-74B9-42CA-B124-30041B69659B}" dt="2026-07-20T19:41:11.158" v="8409" actId="1035"/>
          <ac:spMkLst>
            <pc:docMk/>
            <pc:sldMk cId="2913805410" sldId="293"/>
            <ac:spMk id="67" creationId="{E2B00C6A-6E7F-9B19-D78B-3F0105DBFBF4}"/>
          </ac:spMkLst>
        </pc:spChg>
        <pc:spChg chg="mod">
          <ac:chgData name="Mellen, Brian C. [US-US]" userId="5d1ce5b9-f372-4b01-a2bb-24d7ad25d806" providerId="ADAL" clId="{708D641B-74B9-42CA-B124-30041B69659B}" dt="2026-07-20T19:41:11.158" v="8409" actId="1035"/>
          <ac:spMkLst>
            <pc:docMk/>
            <pc:sldMk cId="2913805410" sldId="293"/>
            <ac:spMk id="70" creationId="{62E77B2D-290E-5DB3-E175-96A11948F083}"/>
          </ac:spMkLst>
        </pc:spChg>
        <pc:spChg chg="mod">
          <ac:chgData name="Mellen, Brian C. [US-US]" userId="5d1ce5b9-f372-4b01-a2bb-24d7ad25d806" providerId="ADAL" clId="{708D641B-74B9-42CA-B124-30041B69659B}" dt="2026-07-20T19:41:11.158" v="8409" actId="1035"/>
          <ac:spMkLst>
            <pc:docMk/>
            <pc:sldMk cId="2913805410" sldId="293"/>
            <ac:spMk id="71" creationId="{22B1B6A1-2731-A999-69D3-D171DB456342}"/>
          </ac:spMkLst>
        </pc:spChg>
        <pc:spChg chg="mod">
          <ac:chgData name="Mellen, Brian C. [US-US]" userId="5d1ce5b9-f372-4b01-a2bb-24d7ad25d806" providerId="ADAL" clId="{708D641B-74B9-42CA-B124-30041B69659B}" dt="2026-07-20T19:41:11.158" v="8409" actId="1035"/>
          <ac:spMkLst>
            <pc:docMk/>
            <pc:sldMk cId="2913805410" sldId="293"/>
            <ac:spMk id="72" creationId="{BF15F4A5-06A8-0537-A43F-5B1A89761103}"/>
          </ac:spMkLst>
        </pc:spChg>
        <pc:spChg chg="mod">
          <ac:chgData name="Mellen, Brian C. [US-US]" userId="5d1ce5b9-f372-4b01-a2bb-24d7ad25d806" providerId="ADAL" clId="{708D641B-74B9-42CA-B124-30041B69659B}" dt="2026-07-20T19:41:11.158" v="8409" actId="1035"/>
          <ac:spMkLst>
            <pc:docMk/>
            <pc:sldMk cId="2913805410" sldId="293"/>
            <ac:spMk id="73" creationId="{7DA2C916-D5A2-95B2-BA10-0603D09CB4A1}"/>
          </ac:spMkLst>
        </pc:spChg>
        <pc:spChg chg="mod">
          <ac:chgData name="Mellen, Brian C. [US-US]" userId="5d1ce5b9-f372-4b01-a2bb-24d7ad25d806" providerId="ADAL" clId="{708D641B-74B9-42CA-B124-30041B69659B}" dt="2026-07-20T19:41:02.207" v="8401" actId="1036"/>
          <ac:spMkLst>
            <pc:docMk/>
            <pc:sldMk cId="2913805410" sldId="293"/>
            <ac:spMk id="126" creationId="{AD83A4F5-C938-5833-E08B-25B30B77A92D}"/>
          </ac:spMkLst>
        </pc:spChg>
        <pc:spChg chg="mod">
          <ac:chgData name="Mellen, Brian C. [US-US]" userId="5d1ce5b9-f372-4b01-a2bb-24d7ad25d806" providerId="ADAL" clId="{708D641B-74B9-42CA-B124-30041B69659B}" dt="2026-07-20T19:41:11.158" v="8409" actId="1035"/>
          <ac:spMkLst>
            <pc:docMk/>
            <pc:sldMk cId="2913805410" sldId="293"/>
            <ac:spMk id="127" creationId="{96D5C6CF-9250-B9E3-E1E4-18852DFEA3B9}"/>
          </ac:spMkLst>
        </pc:spChg>
      </pc:sldChg>
      <pc:sldChg chg="addSp delSp modSp add mod">
        <pc:chgData name="Mellen, Brian C. [US-US]" userId="5d1ce5b9-f372-4b01-a2bb-24d7ad25d806" providerId="ADAL" clId="{708D641B-74B9-42CA-B124-30041B69659B}" dt="2026-07-23T18:56:13.395" v="11537" actId="20577"/>
        <pc:sldMkLst>
          <pc:docMk/>
          <pc:sldMk cId="856341188" sldId="294"/>
        </pc:sldMkLst>
        <pc:spChg chg="mod">
          <ac:chgData name="Mellen, Brian C. [US-US]" userId="5d1ce5b9-f372-4b01-a2bb-24d7ad25d806" providerId="ADAL" clId="{708D641B-74B9-42CA-B124-30041B69659B}" dt="2026-07-20T19:41:37.466" v="8478" actId="1036"/>
          <ac:spMkLst>
            <pc:docMk/>
            <pc:sldMk cId="856341188" sldId="294"/>
            <ac:spMk id="6" creationId="{CCCB5826-27B4-041C-DB0B-1F4BB97538E1}"/>
          </ac:spMkLst>
        </pc:spChg>
        <pc:spChg chg="add mod">
          <ac:chgData name="Mellen, Brian C. [US-US]" userId="5d1ce5b9-f372-4b01-a2bb-24d7ad25d806" providerId="ADAL" clId="{708D641B-74B9-42CA-B124-30041B69659B}" dt="2026-07-20T19:41:55.349" v="8491" actId="14100"/>
          <ac:spMkLst>
            <pc:docMk/>
            <pc:sldMk cId="856341188" sldId="294"/>
            <ac:spMk id="11" creationId="{56BC915A-069A-5168-70FF-29F70BB47926}"/>
          </ac:spMkLst>
        </pc:spChg>
        <pc:spChg chg="mod">
          <ac:chgData name="Mellen, Brian C. [US-US]" userId="5d1ce5b9-f372-4b01-a2bb-24d7ad25d806" providerId="ADAL" clId="{708D641B-74B9-42CA-B124-30041B69659B}" dt="2026-07-20T19:41:37.466" v="8478" actId="1036"/>
          <ac:spMkLst>
            <pc:docMk/>
            <pc:sldMk cId="856341188" sldId="294"/>
            <ac:spMk id="17" creationId="{DA2FDBD0-06F1-6A7E-9FFA-3F38A4B3E7FF}"/>
          </ac:spMkLst>
        </pc:spChg>
        <pc:spChg chg="mod">
          <ac:chgData name="Mellen, Brian C. [US-US]" userId="5d1ce5b9-f372-4b01-a2bb-24d7ad25d806" providerId="ADAL" clId="{708D641B-74B9-42CA-B124-30041B69659B}" dt="2026-07-20T19:41:37.466" v="8478" actId="1036"/>
          <ac:spMkLst>
            <pc:docMk/>
            <pc:sldMk cId="856341188" sldId="294"/>
            <ac:spMk id="20" creationId="{FD37B8BF-0170-1075-2521-A4E4AA519F66}"/>
          </ac:spMkLst>
        </pc:spChg>
        <pc:spChg chg="mod">
          <ac:chgData name="Mellen, Brian C. [US-US]" userId="5d1ce5b9-f372-4b01-a2bb-24d7ad25d806" providerId="ADAL" clId="{708D641B-74B9-42CA-B124-30041B69659B}" dt="2026-07-20T19:41:46.522" v="8489" actId="1036"/>
          <ac:spMkLst>
            <pc:docMk/>
            <pc:sldMk cId="856341188" sldId="294"/>
            <ac:spMk id="22" creationId="{1262277F-20E5-0E25-FD7E-BD3BC30A5D6D}"/>
          </ac:spMkLst>
        </pc:spChg>
        <pc:spChg chg="mod">
          <ac:chgData name="Mellen, Brian C. [US-US]" userId="5d1ce5b9-f372-4b01-a2bb-24d7ad25d806" providerId="ADAL" clId="{708D641B-74B9-42CA-B124-30041B69659B}" dt="2026-07-20T19:41:46.522" v="8489" actId="1036"/>
          <ac:spMkLst>
            <pc:docMk/>
            <pc:sldMk cId="856341188" sldId="294"/>
            <ac:spMk id="23" creationId="{5AD06830-3E17-3A56-A702-1F744FDD44B0}"/>
          </ac:spMkLst>
        </pc:spChg>
        <pc:spChg chg="mod">
          <ac:chgData name="Mellen, Brian C. [US-US]" userId="5d1ce5b9-f372-4b01-a2bb-24d7ad25d806" providerId="ADAL" clId="{708D641B-74B9-42CA-B124-30041B69659B}" dt="2026-07-20T19:41:46.522" v="8489" actId="1036"/>
          <ac:spMkLst>
            <pc:docMk/>
            <pc:sldMk cId="856341188" sldId="294"/>
            <ac:spMk id="25" creationId="{DC5698BE-A112-C262-2D9A-E24196A9390E}"/>
          </ac:spMkLst>
        </pc:spChg>
        <pc:spChg chg="mod">
          <ac:chgData name="Mellen, Brian C. [US-US]" userId="5d1ce5b9-f372-4b01-a2bb-24d7ad25d806" providerId="ADAL" clId="{708D641B-74B9-42CA-B124-30041B69659B}" dt="2026-07-20T19:41:46.522" v="8489" actId="1036"/>
          <ac:spMkLst>
            <pc:docMk/>
            <pc:sldMk cId="856341188" sldId="294"/>
            <ac:spMk id="26" creationId="{38BAE9AF-4128-A679-B696-7AE7D90921AA}"/>
          </ac:spMkLst>
        </pc:spChg>
        <pc:spChg chg="mod">
          <ac:chgData name="Mellen, Brian C. [US-US]" userId="5d1ce5b9-f372-4b01-a2bb-24d7ad25d806" providerId="ADAL" clId="{708D641B-74B9-42CA-B124-30041B69659B}" dt="2026-07-20T19:41:46.522" v="8489" actId="1036"/>
          <ac:spMkLst>
            <pc:docMk/>
            <pc:sldMk cId="856341188" sldId="294"/>
            <ac:spMk id="27" creationId="{FE8AD67F-C107-3C55-67C2-B588C72E8E66}"/>
          </ac:spMkLst>
        </pc:spChg>
        <pc:spChg chg="mod">
          <ac:chgData name="Mellen, Brian C. [US-US]" userId="5d1ce5b9-f372-4b01-a2bb-24d7ad25d806" providerId="ADAL" clId="{708D641B-74B9-42CA-B124-30041B69659B}" dt="2026-07-23T18:52:47.771" v="11497" actId="207"/>
          <ac:spMkLst>
            <pc:docMk/>
            <pc:sldMk cId="856341188" sldId="294"/>
            <ac:spMk id="28" creationId="{139D8139-8172-AE95-3267-6BDC3F883AFB}"/>
          </ac:spMkLst>
        </pc:spChg>
        <pc:spChg chg="add">
          <ac:chgData name="Mellen, Brian C. [US-US]" userId="5d1ce5b9-f372-4b01-a2bb-24d7ad25d806" providerId="ADAL" clId="{708D641B-74B9-42CA-B124-30041B69659B}" dt="2026-07-20T19:41:50.365" v="8490" actId="22"/>
          <ac:spMkLst>
            <pc:docMk/>
            <pc:sldMk cId="856341188" sldId="294"/>
            <ac:spMk id="32" creationId="{898BF4C7-E25B-D601-F48D-56A87EFA45EF}"/>
          </ac:spMkLst>
        </pc:spChg>
        <pc:spChg chg="add mod">
          <ac:chgData name="Mellen, Brian C. [US-US]" userId="5d1ce5b9-f372-4b01-a2bb-24d7ad25d806" providerId="ADAL" clId="{708D641B-74B9-42CA-B124-30041B69659B}" dt="2026-07-23T18:56:13.395" v="11537" actId="20577"/>
          <ac:spMkLst>
            <pc:docMk/>
            <pc:sldMk cId="856341188" sldId="294"/>
            <ac:spMk id="39" creationId="{55C23A92-9610-6C8D-AE59-5F4E70EAE665}"/>
          </ac:spMkLst>
        </pc:spChg>
        <pc:spChg chg="mod">
          <ac:chgData name="Mellen, Brian C. [US-US]" userId="5d1ce5b9-f372-4b01-a2bb-24d7ad25d806" providerId="ADAL" clId="{708D641B-74B9-42CA-B124-30041B69659B}" dt="2026-07-20T19:41:46.522" v="8489" actId="1036"/>
          <ac:spMkLst>
            <pc:docMk/>
            <pc:sldMk cId="856341188" sldId="294"/>
            <ac:spMk id="98" creationId="{E4D89AD6-0EDD-29F8-C6B4-F000B590599C}"/>
          </ac:spMkLst>
        </pc:spChg>
        <pc:spChg chg="mod">
          <ac:chgData name="Mellen, Brian C. [US-US]" userId="5d1ce5b9-f372-4b01-a2bb-24d7ad25d806" providerId="ADAL" clId="{708D641B-74B9-42CA-B124-30041B69659B}" dt="2026-07-20T19:41:46.522" v="8489" actId="1036"/>
          <ac:spMkLst>
            <pc:docMk/>
            <pc:sldMk cId="856341188" sldId="294"/>
            <ac:spMk id="99" creationId="{9EBDB75C-CED5-001F-46B1-E1B48EF11A32}"/>
          </ac:spMkLst>
        </pc:spChg>
        <pc:spChg chg="mod">
          <ac:chgData name="Mellen, Brian C. [US-US]" userId="5d1ce5b9-f372-4b01-a2bb-24d7ad25d806" providerId="ADAL" clId="{708D641B-74B9-42CA-B124-30041B69659B}" dt="2026-07-20T19:41:46.522" v="8489" actId="1036"/>
          <ac:spMkLst>
            <pc:docMk/>
            <pc:sldMk cId="856341188" sldId="294"/>
            <ac:spMk id="100" creationId="{CCFA5D1E-BFB4-DFE5-146E-B6D921491D8D}"/>
          </ac:spMkLst>
        </pc:spChg>
        <pc:spChg chg="mod">
          <ac:chgData name="Mellen, Brian C. [US-US]" userId="5d1ce5b9-f372-4b01-a2bb-24d7ad25d806" providerId="ADAL" clId="{708D641B-74B9-42CA-B124-30041B69659B}" dt="2026-07-20T19:41:46.522" v="8489" actId="1036"/>
          <ac:spMkLst>
            <pc:docMk/>
            <pc:sldMk cId="856341188" sldId="294"/>
            <ac:spMk id="101" creationId="{E8EC426D-835C-9252-FE9A-E3AC2FE0443C}"/>
          </ac:spMkLst>
        </pc:spChg>
      </pc:sldChg>
      <pc:sldChg chg="addSp delSp modSp add mod">
        <pc:chgData name="Mellen, Brian C. [US-US]" userId="5d1ce5b9-f372-4b01-a2bb-24d7ad25d806" providerId="ADAL" clId="{708D641B-74B9-42CA-B124-30041B69659B}" dt="2026-07-23T18:58:04.083" v="11678" actId="20577"/>
        <pc:sldMkLst>
          <pc:docMk/>
          <pc:sldMk cId="4126305982" sldId="295"/>
        </pc:sldMkLst>
        <pc:spChg chg="mod">
          <ac:chgData name="Mellen, Brian C. [US-US]" userId="5d1ce5b9-f372-4b01-a2bb-24d7ad25d806" providerId="ADAL" clId="{708D641B-74B9-42CA-B124-30041B69659B}" dt="2026-07-20T19:42:08.675" v="8557" actId="1036"/>
          <ac:spMkLst>
            <pc:docMk/>
            <pc:sldMk cId="4126305982" sldId="295"/>
            <ac:spMk id="7" creationId="{50DEFBCF-C066-2B2E-BD35-7C2048049D64}"/>
          </ac:spMkLst>
        </pc:spChg>
        <pc:spChg chg="add">
          <ac:chgData name="Mellen, Brian C. [US-US]" userId="5d1ce5b9-f372-4b01-a2bb-24d7ad25d806" providerId="ADAL" clId="{708D641B-74B9-42CA-B124-30041B69659B}" dt="2026-07-20T19:42:11.520" v="8558" actId="22"/>
          <ac:spMkLst>
            <pc:docMk/>
            <pc:sldMk cId="4126305982" sldId="295"/>
            <ac:spMk id="11" creationId="{B857AC08-D174-DC5E-8950-B9F964A42372}"/>
          </ac:spMkLst>
        </pc:spChg>
        <pc:spChg chg="mod">
          <ac:chgData name="Mellen, Brian C. [US-US]" userId="5d1ce5b9-f372-4b01-a2bb-24d7ad25d806" providerId="ADAL" clId="{708D641B-74B9-42CA-B124-30041B69659B}" dt="2026-07-20T19:42:08.675" v="8557" actId="1036"/>
          <ac:spMkLst>
            <pc:docMk/>
            <pc:sldMk cId="4126305982" sldId="295"/>
            <ac:spMk id="21" creationId="{EDFEEAA3-0599-C408-8C86-97282188D1B2}"/>
          </ac:spMkLst>
        </pc:spChg>
        <pc:spChg chg="mod">
          <ac:chgData name="Mellen, Brian C. [US-US]" userId="5d1ce5b9-f372-4b01-a2bb-24d7ad25d806" providerId="ADAL" clId="{708D641B-74B9-42CA-B124-30041B69659B}" dt="2026-07-20T19:42:08.675" v="8557" actId="1036"/>
          <ac:spMkLst>
            <pc:docMk/>
            <pc:sldMk cId="4126305982" sldId="295"/>
            <ac:spMk id="31" creationId="{D9E438A0-A209-E018-AD46-D3FBFA3B6596}"/>
          </ac:spMkLst>
        </pc:spChg>
        <pc:spChg chg="add">
          <ac:chgData name="Mellen, Brian C. [US-US]" userId="5d1ce5b9-f372-4b01-a2bb-24d7ad25d806" providerId="ADAL" clId="{708D641B-74B9-42CA-B124-30041B69659B}" dt="2026-07-20T19:42:11.520" v="8558" actId="22"/>
          <ac:spMkLst>
            <pc:docMk/>
            <pc:sldMk cId="4126305982" sldId="295"/>
            <ac:spMk id="32" creationId="{FBC44D78-01FA-0303-37A7-4C87666472A3}"/>
          </ac:spMkLst>
        </pc:spChg>
        <pc:spChg chg="mod">
          <ac:chgData name="Mellen, Brian C. [US-US]" userId="5d1ce5b9-f372-4b01-a2bb-24d7ad25d806" providerId="ADAL" clId="{708D641B-74B9-42CA-B124-30041B69659B}" dt="2026-07-20T19:42:08.675" v="8557" actId="1036"/>
          <ac:spMkLst>
            <pc:docMk/>
            <pc:sldMk cId="4126305982" sldId="295"/>
            <ac:spMk id="34" creationId="{8471F8C9-5913-0FCA-4982-C057AC1524AA}"/>
          </ac:spMkLst>
        </pc:spChg>
        <pc:spChg chg="mod">
          <ac:chgData name="Mellen, Brian C. [US-US]" userId="5d1ce5b9-f372-4b01-a2bb-24d7ad25d806" providerId="ADAL" clId="{708D641B-74B9-42CA-B124-30041B69659B}" dt="2026-07-20T17:44:57.385" v="7524" actId="554"/>
          <ac:spMkLst>
            <pc:docMk/>
            <pc:sldMk cId="4126305982" sldId="295"/>
            <ac:spMk id="36" creationId="{A36C5BED-1852-2AAC-704A-C94EA91AD040}"/>
          </ac:spMkLst>
        </pc:spChg>
        <pc:spChg chg="add mod">
          <ac:chgData name="Mellen, Brian C. [US-US]" userId="5d1ce5b9-f372-4b01-a2bb-24d7ad25d806" providerId="ADAL" clId="{708D641B-74B9-42CA-B124-30041B69659B}" dt="2026-07-23T18:58:04.083" v="11678" actId="20577"/>
          <ac:spMkLst>
            <pc:docMk/>
            <pc:sldMk cId="4126305982" sldId="295"/>
            <ac:spMk id="39" creationId="{3F267F0B-B59F-E119-5E9A-3047A9D1FC5D}"/>
          </ac:spMkLst>
        </pc:spChg>
        <pc:spChg chg="mod">
          <ac:chgData name="Mellen, Brian C. [US-US]" userId="5d1ce5b9-f372-4b01-a2bb-24d7ad25d806" providerId="ADAL" clId="{708D641B-74B9-42CA-B124-30041B69659B}" dt="2026-07-20T19:42:08.675" v="8557" actId="1036"/>
          <ac:spMkLst>
            <pc:docMk/>
            <pc:sldMk cId="4126305982" sldId="295"/>
            <ac:spMk id="46" creationId="{16E6AE4B-8BC9-79B9-2B60-0D4725B9E771}"/>
          </ac:spMkLst>
        </pc:spChg>
        <pc:spChg chg="mod">
          <ac:chgData name="Mellen, Brian C. [US-US]" userId="5d1ce5b9-f372-4b01-a2bb-24d7ad25d806" providerId="ADAL" clId="{708D641B-74B9-42CA-B124-30041B69659B}" dt="2026-07-20T19:42:08.675" v="8557" actId="1036"/>
          <ac:spMkLst>
            <pc:docMk/>
            <pc:sldMk cId="4126305982" sldId="295"/>
            <ac:spMk id="106" creationId="{3E0B15D7-752E-9801-F97F-E3587C3FC168}"/>
          </ac:spMkLst>
        </pc:spChg>
        <pc:spChg chg="mod">
          <ac:chgData name="Mellen, Brian C. [US-US]" userId="5d1ce5b9-f372-4b01-a2bb-24d7ad25d806" providerId="ADAL" clId="{708D641B-74B9-42CA-B124-30041B69659B}" dt="2026-07-20T17:44:57.385" v="7524" actId="554"/>
          <ac:spMkLst>
            <pc:docMk/>
            <pc:sldMk cId="4126305982" sldId="295"/>
            <ac:spMk id="107" creationId="{716A6336-0780-77B9-256A-C6DA6D366B65}"/>
          </ac:spMkLst>
        </pc:spChg>
        <pc:spChg chg="mod">
          <ac:chgData name="Mellen, Brian C. [US-US]" userId="5d1ce5b9-f372-4b01-a2bb-24d7ad25d806" providerId="ADAL" clId="{708D641B-74B9-42CA-B124-30041B69659B}" dt="2026-07-20T19:42:08.675" v="8557" actId="1036"/>
          <ac:spMkLst>
            <pc:docMk/>
            <pc:sldMk cId="4126305982" sldId="295"/>
            <ac:spMk id="109" creationId="{D369789E-5292-6094-C37F-0A35CB8A9BBE}"/>
          </ac:spMkLst>
        </pc:spChg>
        <pc:spChg chg="mod">
          <ac:chgData name="Mellen, Brian C. [US-US]" userId="5d1ce5b9-f372-4b01-a2bb-24d7ad25d806" providerId="ADAL" clId="{708D641B-74B9-42CA-B124-30041B69659B}" dt="2026-07-20T19:42:08.675" v="8557" actId="1036"/>
          <ac:spMkLst>
            <pc:docMk/>
            <pc:sldMk cId="4126305982" sldId="295"/>
            <ac:spMk id="110" creationId="{D3C56109-1737-DE5E-8F85-4C0050BC896A}"/>
          </ac:spMkLst>
        </pc:spChg>
        <pc:spChg chg="mod">
          <ac:chgData name="Mellen, Brian C. [US-US]" userId="5d1ce5b9-f372-4b01-a2bb-24d7ad25d806" providerId="ADAL" clId="{708D641B-74B9-42CA-B124-30041B69659B}" dt="2026-07-20T19:42:08.675" v="8557" actId="1036"/>
          <ac:spMkLst>
            <pc:docMk/>
            <pc:sldMk cId="4126305982" sldId="295"/>
            <ac:spMk id="111" creationId="{9B86C9EF-F363-9454-51DF-356A96569226}"/>
          </ac:spMkLst>
        </pc:spChg>
        <pc:spChg chg="mod">
          <ac:chgData name="Mellen, Brian C. [US-US]" userId="5d1ce5b9-f372-4b01-a2bb-24d7ad25d806" providerId="ADAL" clId="{708D641B-74B9-42CA-B124-30041B69659B}" dt="2026-07-20T19:42:08.675" v="8557" actId="1036"/>
          <ac:spMkLst>
            <pc:docMk/>
            <pc:sldMk cId="4126305982" sldId="295"/>
            <ac:spMk id="130" creationId="{747F2817-56E1-65D2-0DB3-6E2DE7B1B0B2}"/>
          </ac:spMkLst>
        </pc:spChg>
      </pc:sldChg>
      <pc:sldChg chg="addSp delSp modSp add mod">
        <pc:chgData name="Mellen, Brian C. [US-US]" userId="5d1ce5b9-f372-4b01-a2bb-24d7ad25d806" providerId="ADAL" clId="{708D641B-74B9-42CA-B124-30041B69659B}" dt="2026-07-23T18:59:48" v="11712" actId="403"/>
        <pc:sldMkLst>
          <pc:docMk/>
          <pc:sldMk cId="1880324777" sldId="296"/>
        </pc:sldMkLst>
        <pc:spChg chg="mod">
          <ac:chgData name="Mellen, Brian C. [US-US]" userId="5d1ce5b9-f372-4b01-a2bb-24d7ad25d806" providerId="ADAL" clId="{708D641B-74B9-42CA-B124-30041B69659B}" dt="2026-07-20T19:42:22.794" v="8636" actId="1036"/>
          <ac:spMkLst>
            <pc:docMk/>
            <pc:sldMk cId="1880324777" sldId="296"/>
            <ac:spMk id="2" creationId="{F475EFB9-BD5C-B993-4F91-4AE78D67F36E}"/>
          </ac:spMkLst>
        </pc:spChg>
        <pc:spChg chg="mod">
          <ac:chgData name="Mellen, Brian C. [US-US]" userId="5d1ce5b9-f372-4b01-a2bb-24d7ad25d806" providerId="ADAL" clId="{708D641B-74B9-42CA-B124-30041B69659B}" dt="2026-07-20T19:42:22.794" v="8636" actId="1036"/>
          <ac:spMkLst>
            <pc:docMk/>
            <pc:sldMk cId="1880324777" sldId="296"/>
            <ac:spMk id="3" creationId="{FF07B84E-0284-5410-37D8-DBA41D33BF46}"/>
          </ac:spMkLst>
        </pc:spChg>
        <pc:spChg chg="add mod">
          <ac:chgData name="Mellen, Brian C. [US-US]" userId="5d1ce5b9-f372-4b01-a2bb-24d7ad25d806" providerId="ADAL" clId="{708D641B-74B9-42CA-B124-30041B69659B}" dt="2026-07-23T18:59:48" v="11712" actId="403"/>
          <ac:spMkLst>
            <pc:docMk/>
            <pc:sldMk cId="1880324777" sldId="296"/>
            <ac:spMk id="4" creationId="{CA5467DD-6215-7C9A-13B6-F41D43BBC87E}"/>
          </ac:spMkLst>
        </pc:spChg>
        <pc:spChg chg="add">
          <ac:chgData name="Mellen, Brian C. [US-US]" userId="5d1ce5b9-f372-4b01-a2bb-24d7ad25d806" providerId="ADAL" clId="{708D641B-74B9-42CA-B124-30041B69659B}" dt="2026-07-20T19:42:27.144" v="8637" actId="22"/>
          <ac:spMkLst>
            <pc:docMk/>
            <pc:sldMk cId="1880324777" sldId="296"/>
            <ac:spMk id="11" creationId="{3419EC99-1E7A-8A63-FC5D-03830B1A939A}"/>
          </ac:spMkLst>
        </pc:spChg>
        <pc:spChg chg="add">
          <ac:chgData name="Mellen, Brian C. [US-US]" userId="5d1ce5b9-f372-4b01-a2bb-24d7ad25d806" providerId="ADAL" clId="{708D641B-74B9-42CA-B124-30041B69659B}" dt="2026-07-20T19:42:27.144" v="8637" actId="22"/>
          <ac:spMkLst>
            <pc:docMk/>
            <pc:sldMk cId="1880324777" sldId="296"/>
            <ac:spMk id="32" creationId="{5A861409-F578-3652-AC51-72B566106C78}"/>
          </ac:spMkLst>
        </pc:spChg>
        <pc:spChg chg="add">
          <ac:chgData name="Mellen, Brian C. [US-US]" userId="5d1ce5b9-f372-4b01-a2bb-24d7ad25d806" providerId="ADAL" clId="{708D641B-74B9-42CA-B124-30041B69659B}" dt="2026-07-20T19:42:27.144" v="8637" actId="22"/>
          <ac:spMkLst>
            <pc:docMk/>
            <pc:sldMk cId="1880324777" sldId="296"/>
            <ac:spMk id="39" creationId="{335C9A12-B26B-A0C9-02DF-906927A8CA7F}"/>
          </ac:spMkLst>
        </pc:spChg>
        <pc:spChg chg="mod">
          <ac:chgData name="Mellen, Brian C. [US-US]" userId="5d1ce5b9-f372-4b01-a2bb-24d7ad25d806" providerId="ADAL" clId="{708D641B-74B9-42CA-B124-30041B69659B}" dt="2026-07-20T19:42:22.794" v="8636" actId="1036"/>
          <ac:spMkLst>
            <pc:docMk/>
            <pc:sldMk cId="1880324777" sldId="296"/>
            <ac:spMk id="48" creationId="{D828391B-4B84-355B-4150-773B35F32D6E}"/>
          </ac:spMkLst>
        </pc:spChg>
        <pc:spChg chg="mod">
          <ac:chgData name="Mellen, Brian C. [US-US]" userId="5d1ce5b9-f372-4b01-a2bb-24d7ad25d806" providerId="ADAL" clId="{708D641B-74B9-42CA-B124-30041B69659B}" dt="2026-07-20T19:42:22.794" v="8636" actId="1036"/>
          <ac:spMkLst>
            <pc:docMk/>
            <pc:sldMk cId="1880324777" sldId="296"/>
            <ac:spMk id="49" creationId="{4B6B1117-C9A4-D1A2-914C-7213C67B32B6}"/>
          </ac:spMkLst>
        </pc:spChg>
        <pc:spChg chg="mod">
          <ac:chgData name="Mellen, Brian C. [US-US]" userId="5d1ce5b9-f372-4b01-a2bb-24d7ad25d806" providerId="ADAL" clId="{708D641B-74B9-42CA-B124-30041B69659B}" dt="2026-07-20T19:42:22.794" v="8636" actId="1036"/>
          <ac:spMkLst>
            <pc:docMk/>
            <pc:sldMk cId="1880324777" sldId="296"/>
            <ac:spMk id="114" creationId="{5DA1094B-24F9-82D8-8A40-F6540779C41D}"/>
          </ac:spMkLst>
        </pc:spChg>
        <pc:spChg chg="mod">
          <ac:chgData name="Mellen, Brian C. [US-US]" userId="5d1ce5b9-f372-4b01-a2bb-24d7ad25d806" providerId="ADAL" clId="{708D641B-74B9-42CA-B124-30041B69659B}" dt="2026-07-20T19:42:22.794" v="8636" actId="1036"/>
          <ac:spMkLst>
            <pc:docMk/>
            <pc:sldMk cId="1880324777" sldId="296"/>
            <ac:spMk id="115" creationId="{F2AE8C61-6A80-9F8C-F37E-20B6760D4289}"/>
          </ac:spMkLst>
        </pc:spChg>
      </pc:sldChg>
      <pc:sldChg chg="addSp delSp modSp add mod">
        <pc:chgData name="Mellen, Brian C. [US-US]" userId="5d1ce5b9-f372-4b01-a2bb-24d7ad25d806" providerId="ADAL" clId="{708D641B-74B9-42CA-B124-30041B69659B}" dt="2026-07-23T19:01:12.934" v="11757" actId="20577"/>
        <pc:sldMkLst>
          <pc:docMk/>
          <pc:sldMk cId="2051890900" sldId="297"/>
        </pc:sldMkLst>
        <pc:spChg chg="add mod">
          <ac:chgData name="Mellen, Brian C. [US-US]" userId="5d1ce5b9-f372-4b01-a2bb-24d7ad25d806" providerId="ADAL" clId="{708D641B-74B9-42CA-B124-30041B69659B}" dt="2026-07-20T19:42:47.683" v="8639" actId="14100"/>
          <ac:spMkLst>
            <pc:docMk/>
            <pc:sldMk cId="2051890900" sldId="297"/>
            <ac:spMk id="3" creationId="{4C219593-A94E-6B0B-470F-0B8E46542EE8}"/>
          </ac:spMkLst>
        </pc:spChg>
        <pc:spChg chg="add mod">
          <ac:chgData name="Mellen, Brian C. [US-US]" userId="5d1ce5b9-f372-4b01-a2bb-24d7ad25d806" providerId="ADAL" clId="{708D641B-74B9-42CA-B124-30041B69659B}" dt="2026-07-23T19:00:58.230" v="11725" actId="20577"/>
          <ac:spMkLst>
            <pc:docMk/>
            <pc:sldMk cId="2051890900" sldId="297"/>
            <ac:spMk id="8" creationId="{5D4C7EBE-81AE-6360-B32B-6EC3945FF353}"/>
          </ac:spMkLst>
        </pc:spChg>
        <pc:spChg chg="add mod">
          <ac:chgData name="Mellen, Brian C. [US-US]" userId="5d1ce5b9-f372-4b01-a2bb-24d7ad25d806" providerId="ADAL" clId="{708D641B-74B9-42CA-B124-30041B69659B}" dt="2026-07-23T19:01:12.934" v="11757" actId="20577"/>
          <ac:spMkLst>
            <pc:docMk/>
            <pc:sldMk cId="2051890900" sldId="297"/>
            <ac:spMk id="10" creationId="{0CDE50D3-30FF-0249-E756-1E2BE9F92F60}"/>
          </ac:spMkLst>
        </pc:spChg>
      </pc:sldChg>
      <pc:sldChg chg="addSp delSp modSp add mod">
        <pc:chgData name="Mellen, Brian C. [US-US]" userId="5d1ce5b9-f372-4b01-a2bb-24d7ad25d806" providerId="ADAL" clId="{708D641B-74B9-42CA-B124-30041B69659B}" dt="2026-07-23T19:01:52.370" v="11781" actId="20577"/>
        <pc:sldMkLst>
          <pc:docMk/>
          <pc:sldMk cId="2180828201" sldId="298"/>
        </pc:sldMkLst>
        <pc:spChg chg="add">
          <ac:chgData name="Mellen, Brian C. [US-US]" userId="5d1ce5b9-f372-4b01-a2bb-24d7ad25d806" providerId="ADAL" clId="{708D641B-74B9-42CA-B124-30041B69659B}" dt="2026-07-20T19:43:09.342" v="8685" actId="22"/>
          <ac:spMkLst>
            <pc:docMk/>
            <pc:sldMk cId="2180828201" sldId="298"/>
            <ac:spMk id="3" creationId="{73C02735-1676-8881-F4E5-8574659AB07D}"/>
          </ac:spMkLst>
        </pc:spChg>
        <pc:spChg chg="mod">
          <ac:chgData name="Mellen, Brian C. [US-US]" userId="5d1ce5b9-f372-4b01-a2bb-24d7ad25d806" providerId="ADAL" clId="{708D641B-74B9-42CA-B124-30041B69659B}" dt="2026-07-20T19:42:58.138" v="8675" actId="1036"/>
          <ac:spMkLst>
            <pc:docMk/>
            <pc:sldMk cId="2180828201" sldId="298"/>
            <ac:spMk id="5" creationId="{CD5A00E7-239D-FF6A-DC27-5E37F97CFAE3}"/>
          </ac:spMkLst>
        </pc:spChg>
        <pc:spChg chg="add">
          <ac:chgData name="Mellen, Brian C. [US-US]" userId="5d1ce5b9-f372-4b01-a2bb-24d7ad25d806" providerId="ADAL" clId="{708D641B-74B9-42CA-B124-30041B69659B}" dt="2026-07-20T19:43:09.342" v="8685" actId="22"/>
          <ac:spMkLst>
            <pc:docMk/>
            <pc:sldMk cId="2180828201" sldId="298"/>
            <ac:spMk id="8" creationId="{8B27E19F-28D0-E1E8-2A87-D6A97537010F}"/>
          </ac:spMkLst>
        </pc:spChg>
        <pc:spChg chg="add mod">
          <ac:chgData name="Mellen, Brian C. [US-US]" userId="5d1ce5b9-f372-4b01-a2bb-24d7ad25d806" providerId="ADAL" clId="{708D641B-74B9-42CA-B124-30041B69659B}" dt="2026-07-23T19:01:52.370" v="11781" actId="20577"/>
          <ac:spMkLst>
            <pc:docMk/>
            <pc:sldMk cId="2180828201" sldId="298"/>
            <ac:spMk id="10" creationId="{758687FD-CA58-B364-E822-EB5F24C917BB}"/>
          </ac:spMkLst>
        </pc:spChg>
        <pc:spChg chg="add del mod">
          <ac:chgData name="Mellen, Brian C. [US-US]" userId="5d1ce5b9-f372-4b01-a2bb-24d7ad25d806" providerId="ADAL" clId="{708D641B-74B9-42CA-B124-30041B69659B}" dt="2026-07-20T19:42:58.138" v="8675" actId="1036"/>
          <ac:spMkLst>
            <pc:docMk/>
            <pc:sldMk cId="2180828201" sldId="298"/>
            <ac:spMk id="19" creationId="{EBDA1D9C-FCDB-1B40-8580-89D7FF0CA2DA}"/>
          </ac:spMkLst>
        </pc:spChg>
        <pc:spChg chg="mod">
          <ac:chgData name="Mellen, Brian C. [US-US]" userId="5d1ce5b9-f372-4b01-a2bb-24d7ad25d806" providerId="ADAL" clId="{708D641B-74B9-42CA-B124-30041B69659B}" dt="2026-07-20T19:43:05.867" v="8684" actId="1035"/>
          <ac:spMkLst>
            <pc:docMk/>
            <pc:sldMk cId="2180828201" sldId="298"/>
            <ac:spMk id="52" creationId="{5C409E2F-2EEE-CE02-E3D8-180C08C55216}"/>
          </ac:spMkLst>
        </pc:spChg>
        <pc:spChg chg="mod">
          <ac:chgData name="Mellen, Brian C. [US-US]" userId="5d1ce5b9-f372-4b01-a2bb-24d7ad25d806" providerId="ADAL" clId="{708D641B-74B9-42CA-B124-30041B69659B}" dt="2026-07-20T19:43:05.867" v="8684" actId="1035"/>
          <ac:spMkLst>
            <pc:docMk/>
            <pc:sldMk cId="2180828201" sldId="298"/>
            <ac:spMk id="53" creationId="{DC389088-6C9F-F595-8FC4-271A497B38EC}"/>
          </ac:spMkLst>
        </pc:spChg>
        <pc:spChg chg="mod">
          <ac:chgData name="Mellen, Brian C. [US-US]" userId="5d1ce5b9-f372-4b01-a2bb-24d7ad25d806" providerId="ADAL" clId="{708D641B-74B9-42CA-B124-30041B69659B}" dt="2026-07-20T19:43:05.867" v="8684" actId="1035"/>
          <ac:spMkLst>
            <pc:docMk/>
            <pc:sldMk cId="2180828201" sldId="298"/>
            <ac:spMk id="54" creationId="{C361103A-735D-6A91-533A-3B662FD8D0B8}"/>
          </ac:spMkLst>
        </pc:spChg>
        <pc:spChg chg="mod">
          <ac:chgData name="Mellen, Brian C. [US-US]" userId="5d1ce5b9-f372-4b01-a2bb-24d7ad25d806" providerId="ADAL" clId="{708D641B-74B9-42CA-B124-30041B69659B}" dt="2026-07-20T19:43:05.867" v="8684" actId="1035"/>
          <ac:spMkLst>
            <pc:docMk/>
            <pc:sldMk cId="2180828201" sldId="298"/>
            <ac:spMk id="55" creationId="{E8E505C1-02E8-3B5B-4536-947A2FAF4043}"/>
          </ac:spMkLst>
        </pc:spChg>
        <pc:cxnChg chg="mod">
          <ac:chgData name="Mellen, Brian C. [US-US]" userId="5d1ce5b9-f372-4b01-a2bb-24d7ad25d806" providerId="ADAL" clId="{708D641B-74B9-42CA-B124-30041B69659B}" dt="2026-07-20T19:43:05.867" v="8684" actId="1035"/>
          <ac:cxnSpMkLst>
            <pc:docMk/>
            <pc:sldMk cId="2180828201" sldId="298"/>
            <ac:cxnSpMk id="136" creationId="{7B34E0CE-62D2-DE97-7339-81116C2BCA69}"/>
          </ac:cxnSpMkLst>
        </pc:cxnChg>
      </pc:sldChg>
      <pc:sldChg chg="addSp delSp modSp add mod">
        <pc:chgData name="Mellen, Brian C. [US-US]" userId="5d1ce5b9-f372-4b01-a2bb-24d7ad25d806" providerId="ADAL" clId="{708D641B-74B9-42CA-B124-30041B69659B}" dt="2026-07-23T19:03:14.837" v="11920" actId="20577"/>
        <pc:sldMkLst>
          <pc:docMk/>
          <pc:sldMk cId="1506927980" sldId="299"/>
        </pc:sldMkLst>
        <pc:spChg chg="add">
          <ac:chgData name="Mellen, Brian C. [US-US]" userId="5d1ce5b9-f372-4b01-a2bb-24d7ad25d806" providerId="ADAL" clId="{708D641B-74B9-42CA-B124-30041B69659B}" dt="2026-07-20T19:43:24.012" v="8727" actId="22"/>
          <ac:spMkLst>
            <pc:docMk/>
            <pc:sldMk cId="1506927980" sldId="299"/>
            <ac:spMk id="3" creationId="{E94720E2-191B-067A-F8D4-9C4FB37586A1}"/>
          </ac:spMkLst>
        </pc:spChg>
        <pc:spChg chg="mod">
          <ac:chgData name="Mellen, Brian C. [US-US]" userId="5d1ce5b9-f372-4b01-a2bb-24d7ad25d806" providerId="ADAL" clId="{708D641B-74B9-42CA-B124-30041B69659B}" dt="2026-07-20T19:43:19.990" v="8726" actId="1036"/>
          <ac:spMkLst>
            <pc:docMk/>
            <pc:sldMk cId="1506927980" sldId="299"/>
            <ac:spMk id="6" creationId="{E9706BCB-67AA-111C-55A5-73D2F9F28F97}"/>
          </ac:spMkLst>
        </pc:spChg>
        <pc:spChg chg="add mod">
          <ac:chgData name="Mellen, Brian C. [US-US]" userId="5d1ce5b9-f372-4b01-a2bb-24d7ad25d806" providerId="ADAL" clId="{708D641B-74B9-42CA-B124-30041B69659B}" dt="2026-07-23T19:03:11.247" v="11915" actId="14100"/>
          <ac:spMkLst>
            <pc:docMk/>
            <pc:sldMk cId="1506927980" sldId="299"/>
            <ac:spMk id="8" creationId="{5A72FA7F-474D-9F66-3332-22B4E742A3FB}"/>
          </ac:spMkLst>
        </pc:spChg>
        <pc:spChg chg="add mod">
          <ac:chgData name="Mellen, Brian C. [US-US]" userId="5d1ce5b9-f372-4b01-a2bb-24d7ad25d806" providerId="ADAL" clId="{708D641B-74B9-42CA-B124-30041B69659B}" dt="2026-07-23T19:03:14.837" v="11920" actId="20577"/>
          <ac:spMkLst>
            <pc:docMk/>
            <pc:sldMk cId="1506927980" sldId="299"/>
            <ac:spMk id="10" creationId="{7CB5C150-4DFE-2977-25C5-722B6CA309CC}"/>
          </ac:spMkLst>
        </pc:spChg>
        <pc:spChg chg="mod">
          <ac:chgData name="Mellen, Brian C. [US-US]" userId="5d1ce5b9-f372-4b01-a2bb-24d7ad25d806" providerId="ADAL" clId="{708D641B-74B9-42CA-B124-30041B69659B}" dt="2026-07-20T19:43:19.990" v="8726" actId="1036"/>
          <ac:spMkLst>
            <pc:docMk/>
            <pc:sldMk cId="1506927980" sldId="299"/>
            <ac:spMk id="20" creationId="{FFEBD1A8-1ABC-7119-76B7-D9CC1AE9B5D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84496F-3DC0-405F-AEFC-012DA0071A5B}"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9ED8A4-2241-4719-9FB4-AC1D6B2A6042}" type="slidenum">
              <a:rPr lang="en-US" smtClean="0"/>
              <a:t>‹#›</a:t>
            </a:fld>
            <a:endParaRPr lang="en-US"/>
          </a:p>
        </p:txBody>
      </p:sp>
    </p:spTree>
    <p:extLst>
      <p:ext uri="{BB962C8B-B14F-4D97-AF65-F5344CB8AC3E}">
        <p14:creationId xmlns:p14="http://schemas.microsoft.com/office/powerpoint/2010/main" val="2160164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9ED8A4-2241-4719-9FB4-AC1D6B2A6042}" type="slidenum">
              <a:rPr lang="en-US" smtClean="0"/>
              <a:t>9</a:t>
            </a:fld>
            <a:endParaRPr lang="en-US"/>
          </a:p>
        </p:txBody>
      </p:sp>
    </p:spTree>
    <p:extLst>
      <p:ext uri="{BB962C8B-B14F-4D97-AF65-F5344CB8AC3E}">
        <p14:creationId xmlns:p14="http://schemas.microsoft.com/office/powerpoint/2010/main" val="1183387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A30FF-018D-AD3B-4A3C-3F4CF5F71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C771AA-71A9-7FB1-262F-3DA6ADC3E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BC4476-C56D-DDC0-330C-F4923E397D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C22112-16B2-8753-E3D3-973147B38E6C}"/>
              </a:ext>
            </a:extLst>
          </p:cNvPr>
          <p:cNvSpPr>
            <a:spLocks noGrp="1"/>
          </p:cNvSpPr>
          <p:nvPr>
            <p:ph type="sldNum" sz="quarter" idx="5"/>
          </p:nvPr>
        </p:nvSpPr>
        <p:spPr/>
        <p:txBody>
          <a:bodyPr/>
          <a:lstStyle/>
          <a:p>
            <a:fld id="{109ED8A4-2241-4719-9FB4-AC1D6B2A6042}" type="slidenum">
              <a:rPr lang="en-US" smtClean="0"/>
              <a:t>10</a:t>
            </a:fld>
            <a:endParaRPr lang="en-US"/>
          </a:p>
        </p:txBody>
      </p:sp>
    </p:spTree>
    <p:extLst>
      <p:ext uri="{BB962C8B-B14F-4D97-AF65-F5344CB8AC3E}">
        <p14:creationId xmlns:p14="http://schemas.microsoft.com/office/powerpoint/2010/main" val="2449357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26AEB-D3E5-2706-85BC-6626DB6C0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94D9B-EAE2-CBA9-4A62-8CDDB4A09C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1EBCC-98CF-C2FA-0995-25DCE437C4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BF327B-D6FA-DDD1-B152-CC2022D17CAD}"/>
              </a:ext>
            </a:extLst>
          </p:cNvPr>
          <p:cNvSpPr>
            <a:spLocks noGrp="1"/>
          </p:cNvSpPr>
          <p:nvPr>
            <p:ph type="sldNum" sz="quarter" idx="5"/>
          </p:nvPr>
        </p:nvSpPr>
        <p:spPr/>
        <p:txBody>
          <a:bodyPr/>
          <a:lstStyle/>
          <a:p>
            <a:fld id="{109ED8A4-2241-4719-9FB4-AC1D6B2A6042}" type="slidenum">
              <a:rPr lang="en-US" smtClean="0"/>
              <a:t>11</a:t>
            </a:fld>
            <a:endParaRPr lang="en-US"/>
          </a:p>
        </p:txBody>
      </p:sp>
    </p:spTree>
    <p:extLst>
      <p:ext uri="{BB962C8B-B14F-4D97-AF65-F5344CB8AC3E}">
        <p14:creationId xmlns:p14="http://schemas.microsoft.com/office/powerpoint/2010/main" val="3639658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55B6B-84E9-51DA-1214-D36AC4BA4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2CF1C-D7A4-5F4F-1407-0EB8952C3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3471A-7ABF-2844-9E70-FCF6045AC0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AE4CD5-6A49-F4FB-B425-4DD4E043C601}"/>
              </a:ext>
            </a:extLst>
          </p:cNvPr>
          <p:cNvSpPr>
            <a:spLocks noGrp="1"/>
          </p:cNvSpPr>
          <p:nvPr>
            <p:ph type="sldNum" sz="quarter" idx="5"/>
          </p:nvPr>
        </p:nvSpPr>
        <p:spPr/>
        <p:txBody>
          <a:bodyPr/>
          <a:lstStyle/>
          <a:p>
            <a:fld id="{109ED8A4-2241-4719-9FB4-AC1D6B2A6042}" type="slidenum">
              <a:rPr lang="en-US" smtClean="0"/>
              <a:t>12</a:t>
            </a:fld>
            <a:endParaRPr lang="en-US"/>
          </a:p>
        </p:txBody>
      </p:sp>
    </p:spTree>
    <p:extLst>
      <p:ext uri="{BB962C8B-B14F-4D97-AF65-F5344CB8AC3E}">
        <p14:creationId xmlns:p14="http://schemas.microsoft.com/office/powerpoint/2010/main" val="248663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8A1A1-916D-CB1D-8C30-E8F44016B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62CA8-B283-7428-1833-1A639BCF3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846FAC-C574-A356-08EF-7C2543DA9E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2290F0-0512-B0D0-B7EF-A1EBB0B0D784}"/>
              </a:ext>
            </a:extLst>
          </p:cNvPr>
          <p:cNvSpPr>
            <a:spLocks noGrp="1"/>
          </p:cNvSpPr>
          <p:nvPr>
            <p:ph type="sldNum" sz="quarter" idx="5"/>
          </p:nvPr>
        </p:nvSpPr>
        <p:spPr/>
        <p:txBody>
          <a:bodyPr/>
          <a:lstStyle/>
          <a:p>
            <a:fld id="{109ED8A4-2241-4719-9FB4-AC1D6B2A6042}" type="slidenum">
              <a:rPr lang="en-US" smtClean="0"/>
              <a:t>13</a:t>
            </a:fld>
            <a:endParaRPr lang="en-US"/>
          </a:p>
        </p:txBody>
      </p:sp>
    </p:spTree>
    <p:extLst>
      <p:ext uri="{BB962C8B-B14F-4D97-AF65-F5344CB8AC3E}">
        <p14:creationId xmlns:p14="http://schemas.microsoft.com/office/powerpoint/2010/main" val="3639629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94AEC-F6F7-C39A-D4DE-8AF3B2D08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F0125-8059-E9B7-EC00-A3826A090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01502C-CC7D-AFA9-DC8C-8244E7B73C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512C65-3DC8-C17D-5466-922C2C214F7A}"/>
              </a:ext>
            </a:extLst>
          </p:cNvPr>
          <p:cNvSpPr>
            <a:spLocks noGrp="1"/>
          </p:cNvSpPr>
          <p:nvPr>
            <p:ph type="sldNum" sz="quarter" idx="5"/>
          </p:nvPr>
        </p:nvSpPr>
        <p:spPr/>
        <p:txBody>
          <a:bodyPr/>
          <a:lstStyle/>
          <a:p>
            <a:fld id="{109ED8A4-2241-4719-9FB4-AC1D6B2A6042}" type="slidenum">
              <a:rPr lang="en-US" smtClean="0"/>
              <a:t>14</a:t>
            </a:fld>
            <a:endParaRPr lang="en-US"/>
          </a:p>
        </p:txBody>
      </p:sp>
    </p:spTree>
    <p:extLst>
      <p:ext uri="{BB962C8B-B14F-4D97-AF65-F5344CB8AC3E}">
        <p14:creationId xmlns:p14="http://schemas.microsoft.com/office/powerpoint/2010/main" val="2327086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A4201-5EC2-3C33-40BD-6F2B133F0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07C4F-DF60-484A-24E8-CC8FE6559D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0D08B-FCF6-3FC1-2B40-7FCBED6B4B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B430D8-7F42-FF5B-B7E5-6174DD5FCA48}"/>
              </a:ext>
            </a:extLst>
          </p:cNvPr>
          <p:cNvSpPr>
            <a:spLocks noGrp="1"/>
          </p:cNvSpPr>
          <p:nvPr>
            <p:ph type="sldNum" sz="quarter" idx="5"/>
          </p:nvPr>
        </p:nvSpPr>
        <p:spPr/>
        <p:txBody>
          <a:bodyPr/>
          <a:lstStyle/>
          <a:p>
            <a:fld id="{109ED8A4-2241-4719-9FB4-AC1D6B2A6042}" type="slidenum">
              <a:rPr lang="en-US" smtClean="0"/>
              <a:t>15</a:t>
            </a:fld>
            <a:endParaRPr lang="en-US"/>
          </a:p>
        </p:txBody>
      </p:sp>
    </p:spTree>
    <p:extLst>
      <p:ext uri="{BB962C8B-B14F-4D97-AF65-F5344CB8AC3E}">
        <p14:creationId xmlns:p14="http://schemas.microsoft.com/office/powerpoint/2010/main" val="1720172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5B1C1-3FD6-0483-13F2-3063C0474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52C45-F8CB-7558-0947-6318A9FBE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ADEC8-9CE3-4B9B-E940-7DCD93A401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D1F84C-D031-53AB-97BF-F6BCA0329D0F}"/>
              </a:ext>
            </a:extLst>
          </p:cNvPr>
          <p:cNvSpPr>
            <a:spLocks noGrp="1"/>
          </p:cNvSpPr>
          <p:nvPr>
            <p:ph type="sldNum" sz="quarter" idx="5"/>
          </p:nvPr>
        </p:nvSpPr>
        <p:spPr/>
        <p:txBody>
          <a:bodyPr/>
          <a:lstStyle/>
          <a:p>
            <a:fld id="{109ED8A4-2241-4719-9FB4-AC1D6B2A6042}" type="slidenum">
              <a:rPr lang="en-US" smtClean="0"/>
              <a:t>16</a:t>
            </a:fld>
            <a:endParaRPr lang="en-US"/>
          </a:p>
        </p:txBody>
      </p:sp>
    </p:spTree>
    <p:extLst>
      <p:ext uri="{BB962C8B-B14F-4D97-AF65-F5344CB8AC3E}">
        <p14:creationId xmlns:p14="http://schemas.microsoft.com/office/powerpoint/2010/main" val="4108500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1BFA1-3738-670B-1E57-2812DEA6E5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2892B-0821-27BE-BA5A-FC20538F3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5F922B-C594-F293-E245-DA6DF75397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41AEFF-88E0-F42A-0CA1-669481F3E190}"/>
              </a:ext>
            </a:extLst>
          </p:cNvPr>
          <p:cNvSpPr>
            <a:spLocks noGrp="1"/>
          </p:cNvSpPr>
          <p:nvPr>
            <p:ph type="sldNum" sz="quarter" idx="5"/>
          </p:nvPr>
        </p:nvSpPr>
        <p:spPr/>
        <p:txBody>
          <a:bodyPr/>
          <a:lstStyle/>
          <a:p>
            <a:fld id="{109ED8A4-2241-4719-9FB4-AC1D6B2A6042}" type="slidenum">
              <a:rPr lang="en-US" smtClean="0"/>
              <a:t>17</a:t>
            </a:fld>
            <a:endParaRPr lang="en-US"/>
          </a:p>
        </p:txBody>
      </p:sp>
    </p:spTree>
    <p:extLst>
      <p:ext uri="{BB962C8B-B14F-4D97-AF65-F5344CB8AC3E}">
        <p14:creationId xmlns:p14="http://schemas.microsoft.com/office/powerpoint/2010/main" val="4229133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30EF0-828E-B61B-8C63-CFEEB55491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3EA8BD-3F01-2B46-1959-1CA4B48D9F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FD7CF9-DE0B-1220-1729-FD2CB24361CE}"/>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5" name="Footer Placeholder 4">
            <a:extLst>
              <a:ext uri="{FF2B5EF4-FFF2-40B4-BE49-F238E27FC236}">
                <a16:creationId xmlns:a16="http://schemas.microsoft.com/office/drawing/2014/main" id="{3A016AA1-55B4-F9AE-C595-E3D30F2B93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8A287D-1335-2FCD-9EDC-C4BB3578F4B5}"/>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1656652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6B5C8-A247-8274-D45A-15930FA12B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C58B4E-DD41-998A-A5BA-D034FA5AE3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ADE664-4459-5AB6-D96F-ED471BC3BDEC}"/>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5" name="Footer Placeholder 4">
            <a:extLst>
              <a:ext uri="{FF2B5EF4-FFF2-40B4-BE49-F238E27FC236}">
                <a16:creationId xmlns:a16="http://schemas.microsoft.com/office/drawing/2014/main" id="{412DE844-6412-AB71-060D-7380FF1D4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9388CD-A40F-B62A-B94A-2657CBEC37DD}"/>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3140086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65B60-8F7E-9A58-6006-B7426D01A1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10A9B7-2BD6-63FA-118D-83D57CAA42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947C71-593C-BD89-30E4-5B9A272B7623}"/>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5" name="Footer Placeholder 4">
            <a:extLst>
              <a:ext uri="{FF2B5EF4-FFF2-40B4-BE49-F238E27FC236}">
                <a16:creationId xmlns:a16="http://schemas.microsoft.com/office/drawing/2014/main" id="{1CFD9DAB-18D0-EA02-3003-7476947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F29C94-4743-77EC-1962-EDD7F11EAE90}"/>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1016381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2E1D5-E32F-0D6B-840B-0C4FF1673B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FDD385-D4F4-A9A3-D13A-35B2BB783A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CFD6C2-3A69-0367-D4BB-25D8ABBACD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486C1A-9BB5-0104-AC8C-0BCE66B0CD36}"/>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6" name="Footer Placeholder 5">
            <a:extLst>
              <a:ext uri="{FF2B5EF4-FFF2-40B4-BE49-F238E27FC236}">
                <a16:creationId xmlns:a16="http://schemas.microsoft.com/office/drawing/2014/main" id="{F41B5FF3-5110-B8B9-7422-0701D14906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DA3D46-BD77-1980-B544-9691AB458C0E}"/>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26198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38767-97A8-AA80-C3F1-B975DC4FAF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C30968-89CE-62F6-822A-2E0A3F212B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D49345-0D75-B192-93CB-D415BCD168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CC1E1A-EB0A-4251-13BC-C40207B5CF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4822DC-5447-A439-3A4A-7983DD0641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63155F-D8C4-0974-9676-85CF266986E4}"/>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8" name="Footer Placeholder 7">
            <a:extLst>
              <a:ext uri="{FF2B5EF4-FFF2-40B4-BE49-F238E27FC236}">
                <a16:creationId xmlns:a16="http://schemas.microsoft.com/office/drawing/2014/main" id="{5C290888-8445-FC8D-7D73-01A97F83C2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E8EA18-7795-D4A1-A8BF-746C344FC620}"/>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338885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0F80E-8842-2F13-E807-1556A02BFC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C924A3-541C-AC02-307A-768502ED0B15}"/>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4" name="Footer Placeholder 3">
            <a:extLst>
              <a:ext uri="{FF2B5EF4-FFF2-40B4-BE49-F238E27FC236}">
                <a16:creationId xmlns:a16="http://schemas.microsoft.com/office/drawing/2014/main" id="{55AA6641-F539-A8E2-DA2B-79AE1083C9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6DF2EC-1905-74C8-9258-A65EFEA1591E}"/>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2251772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AF03D8-2D61-62FE-16BE-24D8B2FE7D9F}"/>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3" name="Footer Placeholder 2">
            <a:extLst>
              <a:ext uri="{FF2B5EF4-FFF2-40B4-BE49-F238E27FC236}">
                <a16:creationId xmlns:a16="http://schemas.microsoft.com/office/drawing/2014/main" id="{57620C8F-ED8F-3DF1-A56E-63BC0CE0A9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3713F4-0508-6094-B87A-56AF1402887C}"/>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2240184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A4123-7681-D3B8-13B0-05ECE16C1B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F4BD51-F41D-8B11-62F7-AE4834DF3D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797617-4A2E-8DB9-4DD3-BA8458AAD1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DD8BEC-102A-51BA-6382-A5432BDDBB07}"/>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6" name="Footer Placeholder 5">
            <a:extLst>
              <a:ext uri="{FF2B5EF4-FFF2-40B4-BE49-F238E27FC236}">
                <a16:creationId xmlns:a16="http://schemas.microsoft.com/office/drawing/2014/main" id="{4AADFD5A-EB49-24FD-26D5-DD5E7511D9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20AAAD-AD4F-DBA4-6041-21C023D966C8}"/>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2929471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A660-A800-5716-1CD2-4D40A1DF26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2A78EE-E674-8859-8BC3-6DE33C6DA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169AD8-6F31-BCAC-FE3C-894895CEA4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8C297D-0C60-C813-0225-66E4CFBBF864}"/>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6" name="Footer Placeholder 5">
            <a:extLst>
              <a:ext uri="{FF2B5EF4-FFF2-40B4-BE49-F238E27FC236}">
                <a16:creationId xmlns:a16="http://schemas.microsoft.com/office/drawing/2014/main" id="{AE149795-573F-4BC5-4FDD-286BED6452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C17B07-D20F-A18D-B2A2-5D4E55ED154B}"/>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2283832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C3731-A252-5F63-C7FA-77B5AAA409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BFB322-C2D8-9D60-6F3F-2280B8E5C7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7F5448-927B-EC74-CB91-170B050A88FC}"/>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5" name="Footer Placeholder 4">
            <a:extLst>
              <a:ext uri="{FF2B5EF4-FFF2-40B4-BE49-F238E27FC236}">
                <a16:creationId xmlns:a16="http://schemas.microsoft.com/office/drawing/2014/main" id="{3183DF7E-5F56-C850-5C41-B098E51FEE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D69177-CAD9-95B8-F3E3-CAEF32C2F156}"/>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103480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E6713B-E191-4E73-8E21-2A5C392599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3884D4-56E8-53D9-D6F6-FF727DF5AE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592224-E9B7-AC3E-E4AF-9C2365D8EC36}"/>
              </a:ext>
            </a:extLst>
          </p:cNvPr>
          <p:cNvSpPr>
            <a:spLocks noGrp="1"/>
          </p:cNvSpPr>
          <p:nvPr>
            <p:ph type="dt" sz="half" idx="10"/>
          </p:nvPr>
        </p:nvSpPr>
        <p:spPr/>
        <p:txBody>
          <a:bodyPr/>
          <a:lstStyle/>
          <a:p>
            <a:fld id="{56F6FBB1-C171-4851-B136-24CE921FDAD7}" type="datetimeFigureOut">
              <a:rPr lang="en-US" smtClean="0"/>
              <a:t>7/21/2026</a:t>
            </a:fld>
            <a:endParaRPr lang="en-US"/>
          </a:p>
        </p:txBody>
      </p:sp>
      <p:sp>
        <p:nvSpPr>
          <p:cNvPr id="5" name="Footer Placeholder 4">
            <a:extLst>
              <a:ext uri="{FF2B5EF4-FFF2-40B4-BE49-F238E27FC236}">
                <a16:creationId xmlns:a16="http://schemas.microsoft.com/office/drawing/2014/main" id="{96F171E5-BC60-60C5-F57B-0A0C314AFD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C74966-8A53-2239-1AF5-7DFC9EA1990B}"/>
              </a:ext>
            </a:extLst>
          </p:cNvPr>
          <p:cNvSpPr>
            <a:spLocks noGrp="1"/>
          </p:cNvSpPr>
          <p:nvPr>
            <p:ph type="sldNum" sz="quarter" idx="12"/>
          </p:nvPr>
        </p:nvSpPr>
        <p:spPr/>
        <p:txBody>
          <a:bodyPr/>
          <a:lstStyle/>
          <a:p>
            <a:fld id="{94DEA1FF-3FC3-4719-BB44-CA2AA9459590}" type="slidenum">
              <a:rPr lang="en-US" smtClean="0"/>
              <a:t>‹#›</a:t>
            </a:fld>
            <a:endParaRPr lang="en-US"/>
          </a:p>
        </p:txBody>
      </p:sp>
    </p:spTree>
    <p:extLst>
      <p:ext uri="{BB962C8B-B14F-4D97-AF65-F5344CB8AC3E}">
        <p14:creationId xmlns:p14="http://schemas.microsoft.com/office/powerpoint/2010/main" val="3518195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DC4660-E0ED-F1F7-6838-EB2639007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8DF25-4AE6-BF27-91CD-793F41C29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FF3B7F-5671-78CA-F3C3-B9083E1210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F6FBB1-C171-4851-B136-24CE921FDAD7}" type="datetimeFigureOut">
              <a:rPr lang="en-US" smtClean="0"/>
              <a:t>7/21/2026</a:t>
            </a:fld>
            <a:endParaRPr lang="en-US"/>
          </a:p>
        </p:txBody>
      </p:sp>
      <p:sp>
        <p:nvSpPr>
          <p:cNvPr id="5" name="Footer Placeholder 4">
            <a:extLst>
              <a:ext uri="{FF2B5EF4-FFF2-40B4-BE49-F238E27FC236}">
                <a16:creationId xmlns:a16="http://schemas.microsoft.com/office/drawing/2014/main" id="{915A791B-DEED-350B-8596-0C23C5B7F4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C7998B-BC2F-4F77-4D6B-0162482344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DEA1FF-3FC3-4719-BB44-CA2AA9459590}" type="slidenum">
              <a:rPr lang="en-US" smtClean="0"/>
              <a:t>‹#›</a:t>
            </a:fld>
            <a:endParaRPr lang="en-US"/>
          </a:p>
        </p:txBody>
      </p:sp>
      <p:sp>
        <p:nvSpPr>
          <p:cNvPr id="8" name="TextBox 7">
            <a:extLst>
              <a:ext uri="{FF2B5EF4-FFF2-40B4-BE49-F238E27FC236}">
                <a16:creationId xmlns:a16="http://schemas.microsoft.com/office/drawing/2014/main" id="{ADF52EA8-DCE1-2C22-332D-900450E0E55E}"/>
              </a:ext>
            </a:extLst>
          </p:cNvPr>
          <p:cNvSpPr txBox="1"/>
          <p:nvPr userDrawn="1">
            <p:extLst>
              <p:ext uri="{1162E1C5-73C7-4A58-AE30-91384D911F3F}">
                <p184:classification xmlns:p184="http://schemas.microsoft.com/office/powerpoint/2018/4/main" val="ftr"/>
              </p:ext>
            </p:extLst>
          </p:nvPr>
        </p:nvSpPr>
        <p:spPr>
          <a:xfrm>
            <a:off x="5681663" y="6672580"/>
            <a:ext cx="857250" cy="121920"/>
          </a:xfrm>
          <a:prstGeom prst="rect">
            <a:avLst/>
          </a:prstGeom>
        </p:spPr>
        <p:txBody>
          <a:bodyPr horzOverflow="overflow" lIns="0" tIns="0" rIns="0" bIns="0">
            <a:spAutoFit/>
          </a:bodyPr>
          <a:lstStyle/>
          <a:p>
            <a:pPr algn="l"/>
            <a:r>
              <a:rPr lang="en-US" sz="800">
                <a:solidFill>
                  <a:srgbClr val="000000">
                    <a:alpha val="50000"/>
                  </a:srgbClr>
                </a:solidFill>
                <a:latin typeface="Arial" panose="020B0604020202020204" pitchFamily="34" charset="0"/>
                <a:cs typeface="Arial" panose="020B0604020202020204" pitchFamily="34" charset="0"/>
              </a:rPr>
              <a:t>Leidos Proprietary</a:t>
            </a:r>
          </a:p>
        </p:txBody>
      </p:sp>
    </p:spTree>
    <p:extLst>
      <p:ext uri="{BB962C8B-B14F-4D97-AF65-F5344CB8AC3E}">
        <p14:creationId xmlns:p14="http://schemas.microsoft.com/office/powerpoint/2010/main" val="2087705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4A386-0BFE-8286-2B7D-5CCD86BCA78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19720E-A90A-ABB0-8B62-2A9E68059589}"/>
              </a:ext>
            </a:extLst>
          </p:cNvPr>
          <p:cNvSpPr/>
          <p:nvPr/>
        </p:nvSpPr>
        <p:spPr>
          <a:xfrm>
            <a:off x="9746619" y="750290"/>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 name="Rectangle 4">
            <a:extLst>
              <a:ext uri="{FF2B5EF4-FFF2-40B4-BE49-F238E27FC236}">
                <a16:creationId xmlns:a16="http://schemas.microsoft.com/office/drawing/2014/main" id="{6BF7135A-57E9-6127-93AD-C7CF4344A02C}"/>
              </a:ext>
            </a:extLst>
          </p:cNvPr>
          <p:cNvSpPr/>
          <p:nvPr/>
        </p:nvSpPr>
        <p:spPr>
          <a:xfrm>
            <a:off x="9746619" y="1599894"/>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 name="Rectangle 5">
            <a:extLst>
              <a:ext uri="{FF2B5EF4-FFF2-40B4-BE49-F238E27FC236}">
                <a16:creationId xmlns:a16="http://schemas.microsoft.com/office/drawing/2014/main" id="{CBD0B86F-B85B-9C8F-2475-9049ADB745A6}"/>
              </a:ext>
            </a:extLst>
          </p:cNvPr>
          <p:cNvSpPr/>
          <p:nvPr/>
        </p:nvSpPr>
        <p:spPr>
          <a:xfrm>
            <a:off x="9746619" y="2463662"/>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A75F282A-6EF2-E11D-FD8A-37DFE94BC516}"/>
              </a:ext>
            </a:extLst>
          </p:cNvPr>
          <p:cNvSpPr txBox="1"/>
          <p:nvPr/>
        </p:nvSpPr>
        <p:spPr>
          <a:xfrm>
            <a:off x="9818336" y="817561"/>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19" name="TextBox 18">
            <a:extLst>
              <a:ext uri="{FF2B5EF4-FFF2-40B4-BE49-F238E27FC236}">
                <a16:creationId xmlns:a16="http://schemas.microsoft.com/office/drawing/2014/main" id="{E1B578C8-EE2C-C937-68E0-5BAFC72D359D}"/>
              </a:ext>
            </a:extLst>
          </p:cNvPr>
          <p:cNvSpPr txBox="1"/>
          <p:nvPr/>
        </p:nvSpPr>
        <p:spPr>
          <a:xfrm>
            <a:off x="9818335" y="1761260"/>
            <a:ext cx="1658471" cy="577081"/>
          </a:xfrm>
          <a:prstGeom prst="rect">
            <a:avLst/>
          </a:prstGeom>
          <a:noFill/>
        </p:spPr>
        <p:txBody>
          <a:bodyPr wrap="square" rtlCol="0">
            <a:spAutoFit/>
          </a:bodyPr>
          <a:lstStyle/>
          <a:p>
            <a:pPr algn="ctr"/>
            <a:r>
              <a:rPr lang="en-US" sz="1050" dirty="0"/>
              <a:t>Higher HQ Mission Statement</a:t>
            </a:r>
          </a:p>
          <a:p>
            <a:pPr algn="ctr"/>
            <a:r>
              <a:rPr lang="en-US" sz="1050" dirty="0"/>
              <a:t>(uploads)</a:t>
            </a:r>
          </a:p>
        </p:txBody>
      </p:sp>
      <p:sp>
        <p:nvSpPr>
          <p:cNvPr id="20" name="TextBox 19">
            <a:extLst>
              <a:ext uri="{FF2B5EF4-FFF2-40B4-BE49-F238E27FC236}">
                <a16:creationId xmlns:a16="http://schemas.microsoft.com/office/drawing/2014/main" id="{AB8B0DA1-2DE9-3477-5048-EA890FA70762}"/>
              </a:ext>
            </a:extLst>
          </p:cNvPr>
          <p:cNvSpPr txBox="1"/>
          <p:nvPr/>
        </p:nvSpPr>
        <p:spPr>
          <a:xfrm>
            <a:off x="9890054" y="2740116"/>
            <a:ext cx="1658471" cy="415498"/>
          </a:xfrm>
          <a:prstGeom prst="rect">
            <a:avLst/>
          </a:prstGeom>
          <a:noFill/>
        </p:spPr>
        <p:txBody>
          <a:bodyPr wrap="square" rtlCol="0">
            <a:spAutoFit/>
          </a:bodyPr>
          <a:lstStyle/>
          <a:p>
            <a:pPr algn="ctr"/>
            <a:r>
              <a:rPr lang="en-US" sz="1050" dirty="0"/>
              <a:t>Operation Details</a:t>
            </a:r>
          </a:p>
          <a:p>
            <a:pPr algn="ctr"/>
            <a:r>
              <a:rPr lang="en-US" sz="1050" dirty="0"/>
              <a:t>(Upload and OSINT)</a:t>
            </a:r>
          </a:p>
        </p:txBody>
      </p:sp>
      <p:sp>
        <p:nvSpPr>
          <p:cNvPr id="29" name="TextBox 28">
            <a:extLst>
              <a:ext uri="{FF2B5EF4-FFF2-40B4-BE49-F238E27FC236}">
                <a16:creationId xmlns:a16="http://schemas.microsoft.com/office/drawing/2014/main" id="{30C53D8A-8210-7720-61D9-883057575505}"/>
              </a:ext>
            </a:extLst>
          </p:cNvPr>
          <p:cNvSpPr txBox="1"/>
          <p:nvPr/>
        </p:nvSpPr>
        <p:spPr>
          <a:xfrm>
            <a:off x="306374" y="62515"/>
            <a:ext cx="3934090" cy="369332"/>
          </a:xfrm>
          <a:prstGeom prst="rect">
            <a:avLst/>
          </a:prstGeom>
          <a:noFill/>
        </p:spPr>
        <p:txBody>
          <a:bodyPr wrap="none" rtlCol="0">
            <a:spAutoFit/>
          </a:bodyPr>
          <a:lstStyle/>
          <a:p>
            <a:r>
              <a:rPr lang="en-US" dirty="0"/>
              <a:t>Receive the Mission (Initiate Planning)</a:t>
            </a:r>
          </a:p>
        </p:txBody>
      </p:sp>
      <p:sp>
        <p:nvSpPr>
          <p:cNvPr id="8" name="Rectangle 7">
            <a:extLst>
              <a:ext uri="{FF2B5EF4-FFF2-40B4-BE49-F238E27FC236}">
                <a16:creationId xmlns:a16="http://schemas.microsoft.com/office/drawing/2014/main" id="{18CCBED2-9091-BDE2-33AB-1178F801D7D4}"/>
              </a:ext>
            </a:extLst>
          </p:cNvPr>
          <p:cNvSpPr/>
          <p:nvPr/>
        </p:nvSpPr>
        <p:spPr>
          <a:xfrm>
            <a:off x="9746617" y="3322318"/>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 name="TextBox 8">
            <a:extLst>
              <a:ext uri="{FF2B5EF4-FFF2-40B4-BE49-F238E27FC236}">
                <a16:creationId xmlns:a16="http://schemas.microsoft.com/office/drawing/2014/main" id="{5E795378-4709-DA58-F9E5-F74B6A52AFF6}"/>
              </a:ext>
            </a:extLst>
          </p:cNvPr>
          <p:cNvSpPr txBox="1"/>
          <p:nvPr/>
        </p:nvSpPr>
        <p:spPr>
          <a:xfrm>
            <a:off x="9818334" y="3517981"/>
            <a:ext cx="1658471"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0" name="Rectangle 9">
            <a:extLst>
              <a:ext uri="{FF2B5EF4-FFF2-40B4-BE49-F238E27FC236}">
                <a16:creationId xmlns:a16="http://schemas.microsoft.com/office/drawing/2014/main" id="{E613F2D7-F75F-E10D-1138-5CE5DD985A7E}"/>
              </a:ext>
            </a:extLst>
          </p:cNvPr>
          <p:cNvSpPr/>
          <p:nvPr/>
        </p:nvSpPr>
        <p:spPr>
          <a:xfrm>
            <a:off x="9746617" y="4165604"/>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 name="TextBox 10">
            <a:extLst>
              <a:ext uri="{FF2B5EF4-FFF2-40B4-BE49-F238E27FC236}">
                <a16:creationId xmlns:a16="http://schemas.microsoft.com/office/drawing/2014/main" id="{96D0E1AD-BACC-46C5-4587-A4682A126450}"/>
              </a:ext>
            </a:extLst>
          </p:cNvPr>
          <p:cNvSpPr txBox="1"/>
          <p:nvPr/>
        </p:nvSpPr>
        <p:spPr>
          <a:xfrm>
            <a:off x="9784342" y="4165604"/>
            <a:ext cx="1658471" cy="577081"/>
          </a:xfrm>
          <a:prstGeom prst="rect">
            <a:avLst/>
          </a:prstGeom>
          <a:noFill/>
        </p:spPr>
        <p:txBody>
          <a:bodyPr wrap="square" rtlCol="0">
            <a:spAutoFit/>
          </a:bodyPr>
          <a:lstStyle/>
          <a:p>
            <a:pPr algn="ctr"/>
            <a:r>
              <a:rPr lang="en-US" sz="1050" dirty="0"/>
              <a:t>Running Estimate</a:t>
            </a:r>
          </a:p>
          <a:p>
            <a:pPr algn="ctr"/>
            <a:r>
              <a:rPr lang="en-US" sz="1050" dirty="0"/>
              <a:t>(Uploads from each Info Force and Activity)</a:t>
            </a:r>
          </a:p>
        </p:txBody>
      </p:sp>
      <p:sp>
        <p:nvSpPr>
          <p:cNvPr id="16" name="Rectangle 15">
            <a:extLst>
              <a:ext uri="{FF2B5EF4-FFF2-40B4-BE49-F238E27FC236}">
                <a16:creationId xmlns:a16="http://schemas.microsoft.com/office/drawing/2014/main" id="{F178F897-F977-09A6-0323-4EC773E9805C}"/>
              </a:ext>
            </a:extLst>
          </p:cNvPr>
          <p:cNvSpPr/>
          <p:nvPr/>
        </p:nvSpPr>
        <p:spPr>
          <a:xfrm>
            <a:off x="9746617" y="5040526"/>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7" name="TextBox 16">
            <a:extLst>
              <a:ext uri="{FF2B5EF4-FFF2-40B4-BE49-F238E27FC236}">
                <a16:creationId xmlns:a16="http://schemas.microsoft.com/office/drawing/2014/main" id="{E2949F87-CE60-33BC-648F-838D2ECA1FB5}"/>
              </a:ext>
            </a:extLst>
          </p:cNvPr>
          <p:cNvSpPr txBox="1"/>
          <p:nvPr/>
        </p:nvSpPr>
        <p:spPr>
          <a:xfrm>
            <a:off x="9818334" y="5236189"/>
            <a:ext cx="1658471" cy="415498"/>
          </a:xfrm>
          <a:prstGeom prst="rect">
            <a:avLst/>
          </a:prstGeom>
          <a:noFill/>
        </p:spPr>
        <p:txBody>
          <a:bodyPr wrap="square" rtlCol="0">
            <a:spAutoFit/>
          </a:bodyPr>
          <a:lstStyle/>
          <a:p>
            <a:pPr algn="ctr"/>
            <a:r>
              <a:rPr lang="en-US" sz="1050" dirty="0"/>
              <a:t>Environment Information</a:t>
            </a:r>
          </a:p>
          <a:p>
            <a:pPr algn="ctr"/>
            <a:r>
              <a:rPr lang="en-US" sz="1050" dirty="0"/>
              <a:t>(Upload Intel, </a:t>
            </a:r>
            <a:r>
              <a:rPr lang="en-US" sz="1050" dirty="0" err="1"/>
              <a:t>Osint</a:t>
            </a:r>
            <a:r>
              <a:rPr lang="en-US" sz="1050" dirty="0"/>
              <a:t>)</a:t>
            </a:r>
          </a:p>
        </p:txBody>
      </p:sp>
      <p:sp>
        <p:nvSpPr>
          <p:cNvPr id="22" name="Rectangle 21">
            <a:extLst>
              <a:ext uri="{FF2B5EF4-FFF2-40B4-BE49-F238E27FC236}">
                <a16:creationId xmlns:a16="http://schemas.microsoft.com/office/drawing/2014/main" id="{0C2AB208-5951-7C9E-58A0-9BA612741A8D}"/>
              </a:ext>
            </a:extLst>
          </p:cNvPr>
          <p:cNvSpPr/>
          <p:nvPr/>
        </p:nvSpPr>
        <p:spPr>
          <a:xfrm>
            <a:off x="9746617" y="5898082"/>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3" name="TextBox 22">
            <a:extLst>
              <a:ext uri="{FF2B5EF4-FFF2-40B4-BE49-F238E27FC236}">
                <a16:creationId xmlns:a16="http://schemas.microsoft.com/office/drawing/2014/main" id="{F1A4332D-2388-704A-51CA-A0F21FDE5CAF}"/>
              </a:ext>
            </a:extLst>
          </p:cNvPr>
          <p:cNvSpPr txBox="1"/>
          <p:nvPr/>
        </p:nvSpPr>
        <p:spPr>
          <a:xfrm>
            <a:off x="9784342" y="5972720"/>
            <a:ext cx="1658471" cy="577081"/>
          </a:xfrm>
          <a:prstGeom prst="rect">
            <a:avLst/>
          </a:prstGeom>
          <a:noFill/>
        </p:spPr>
        <p:txBody>
          <a:bodyPr wrap="square" rtlCol="0">
            <a:spAutoFit/>
          </a:bodyPr>
          <a:lstStyle/>
          <a:p>
            <a:pPr algn="ctr"/>
            <a:r>
              <a:rPr lang="en-US" sz="1050" dirty="0"/>
              <a:t>CDR’s Standing Orders and Guidance</a:t>
            </a:r>
          </a:p>
          <a:p>
            <a:pPr algn="ctr"/>
            <a:r>
              <a:rPr lang="en-US" sz="1050" dirty="0"/>
              <a:t>(Uploads)</a:t>
            </a:r>
          </a:p>
        </p:txBody>
      </p:sp>
      <p:sp>
        <p:nvSpPr>
          <p:cNvPr id="2" name="Rectangle 1">
            <a:extLst>
              <a:ext uri="{FF2B5EF4-FFF2-40B4-BE49-F238E27FC236}">
                <a16:creationId xmlns:a16="http://schemas.microsoft.com/office/drawing/2014/main" id="{028D4BEB-30FD-50D8-04E8-287230AB466B}"/>
              </a:ext>
            </a:extLst>
          </p:cNvPr>
          <p:cNvSpPr/>
          <p:nvPr/>
        </p:nvSpPr>
        <p:spPr>
          <a:xfrm>
            <a:off x="9596673" y="431847"/>
            <a:ext cx="2118511"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351C072-5A0B-F9F8-ADC3-28209CD17F98}"/>
              </a:ext>
            </a:extLst>
          </p:cNvPr>
          <p:cNvSpPr txBox="1"/>
          <p:nvPr/>
        </p:nvSpPr>
        <p:spPr>
          <a:xfrm>
            <a:off x="9137059" y="400738"/>
            <a:ext cx="2751585" cy="307777"/>
          </a:xfrm>
          <a:prstGeom prst="rect">
            <a:avLst/>
          </a:prstGeom>
          <a:noFill/>
        </p:spPr>
        <p:txBody>
          <a:bodyPr wrap="square" rtlCol="0">
            <a:spAutoFit/>
          </a:bodyPr>
          <a:lstStyle/>
          <a:p>
            <a:pPr algn="ctr"/>
            <a:r>
              <a:rPr lang="en-US" sz="1400" dirty="0">
                <a:solidFill>
                  <a:schemeClr val="tx2">
                    <a:lumMod val="75000"/>
                    <a:lumOff val="25000"/>
                  </a:schemeClr>
                </a:solidFill>
              </a:rPr>
              <a:t>Initiate Planning</a:t>
            </a:r>
          </a:p>
        </p:txBody>
      </p:sp>
      <p:sp>
        <p:nvSpPr>
          <p:cNvPr id="12" name="Rectangle 11">
            <a:extLst>
              <a:ext uri="{FF2B5EF4-FFF2-40B4-BE49-F238E27FC236}">
                <a16:creationId xmlns:a16="http://schemas.microsoft.com/office/drawing/2014/main" id="{61EA8900-4AE6-D6BC-988D-DE1744D21D12}"/>
              </a:ext>
            </a:extLst>
          </p:cNvPr>
          <p:cNvSpPr/>
          <p:nvPr/>
        </p:nvSpPr>
        <p:spPr>
          <a:xfrm>
            <a:off x="7628108" y="1612004"/>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 name="TextBox 13">
            <a:extLst>
              <a:ext uri="{FF2B5EF4-FFF2-40B4-BE49-F238E27FC236}">
                <a16:creationId xmlns:a16="http://schemas.microsoft.com/office/drawing/2014/main" id="{A67225DD-B239-AC23-5726-A5A71CE86AB5}"/>
              </a:ext>
            </a:extLst>
          </p:cNvPr>
          <p:cNvSpPr txBox="1"/>
          <p:nvPr/>
        </p:nvSpPr>
        <p:spPr>
          <a:xfrm>
            <a:off x="7699825" y="1679275"/>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24" name="Rectangle 23">
            <a:extLst>
              <a:ext uri="{FF2B5EF4-FFF2-40B4-BE49-F238E27FC236}">
                <a16:creationId xmlns:a16="http://schemas.microsoft.com/office/drawing/2014/main" id="{7AD57151-B540-EDD8-C945-6484F3293DE1}"/>
              </a:ext>
            </a:extLst>
          </p:cNvPr>
          <p:cNvSpPr/>
          <p:nvPr/>
        </p:nvSpPr>
        <p:spPr>
          <a:xfrm>
            <a:off x="7644707" y="4165604"/>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5" name="Rectangle 24">
            <a:extLst>
              <a:ext uri="{FF2B5EF4-FFF2-40B4-BE49-F238E27FC236}">
                <a16:creationId xmlns:a16="http://schemas.microsoft.com/office/drawing/2014/main" id="{FB6CD637-F1D0-C441-3176-667C599609AA}"/>
              </a:ext>
            </a:extLst>
          </p:cNvPr>
          <p:cNvSpPr/>
          <p:nvPr/>
        </p:nvSpPr>
        <p:spPr>
          <a:xfrm>
            <a:off x="5725374" y="4165604"/>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8" name="Rectangle 27">
            <a:extLst>
              <a:ext uri="{FF2B5EF4-FFF2-40B4-BE49-F238E27FC236}">
                <a16:creationId xmlns:a16="http://schemas.microsoft.com/office/drawing/2014/main" id="{67175CC0-61A5-F571-E256-057CB6F9D877}"/>
              </a:ext>
            </a:extLst>
          </p:cNvPr>
          <p:cNvSpPr/>
          <p:nvPr/>
        </p:nvSpPr>
        <p:spPr>
          <a:xfrm>
            <a:off x="3796982" y="4165604"/>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0" name="TextBox 29">
            <a:extLst>
              <a:ext uri="{FF2B5EF4-FFF2-40B4-BE49-F238E27FC236}">
                <a16:creationId xmlns:a16="http://schemas.microsoft.com/office/drawing/2014/main" id="{9083A702-6665-0E69-2DD9-51C34EAF9D37}"/>
              </a:ext>
            </a:extLst>
          </p:cNvPr>
          <p:cNvSpPr txBox="1"/>
          <p:nvPr/>
        </p:nvSpPr>
        <p:spPr>
          <a:xfrm>
            <a:off x="7716424" y="4165604"/>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32" name="TextBox 31">
            <a:extLst>
              <a:ext uri="{FF2B5EF4-FFF2-40B4-BE49-F238E27FC236}">
                <a16:creationId xmlns:a16="http://schemas.microsoft.com/office/drawing/2014/main" id="{A4863855-CF7C-B125-8729-2D67F76B55D4}"/>
              </a:ext>
            </a:extLst>
          </p:cNvPr>
          <p:cNvSpPr txBox="1"/>
          <p:nvPr/>
        </p:nvSpPr>
        <p:spPr>
          <a:xfrm>
            <a:off x="5797090" y="4165604"/>
            <a:ext cx="1658471" cy="577081"/>
          </a:xfrm>
          <a:prstGeom prst="rect">
            <a:avLst/>
          </a:prstGeom>
          <a:noFill/>
        </p:spPr>
        <p:txBody>
          <a:bodyPr wrap="square" rtlCol="0">
            <a:spAutoFit/>
          </a:bodyPr>
          <a:lstStyle/>
          <a:p>
            <a:pPr algn="ctr"/>
            <a:r>
              <a:rPr lang="en-US" sz="1050" dirty="0"/>
              <a:t>Higher HQ Mission Statement</a:t>
            </a:r>
          </a:p>
          <a:p>
            <a:pPr algn="ctr"/>
            <a:r>
              <a:rPr lang="en-US" sz="1050" dirty="0"/>
              <a:t>(uploads)</a:t>
            </a:r>
          </a:p>
        </p:txBody>
      </p:sp>
      <p:sp>
        <p:nvSpPr>
          <p:cNvPr id="33" name="TextBox 32">
            <a:extLst>
              <a:ext uri="{FF2B5EF4-FFF2-40B4-BE49-F238E27FC236}">
                <a16:creationId xmlns:a16="http://schemas.microsoft.com/office/drawing/2014/main" id="{EF5260E2-C177-2FF8-463E-E1F288C5A9BC}"/>
              </a:ext>
            </a:extLst>
          </p:cNvPr>
          <p:cNvSpPr txBox="1"/>
          <p:nvPr/>
        </p:nvSpPr>
        <p:spPr>
          <a:xfrm>
            <a:off x="3940417" y="4165604"/>
            <a:ext cx="1658471" cy="415498"/>
          </a:xfrm>
          <a:prstGeom prst="rect">
            <a:avLst/>
          </a:prstGeom>
          <a:noFill/>
        </p:spPr>
        <p:txBody>
          <a:bodyPr wrap="square" rtlCol="0">
            <a:spAutoFit/>
          </a:bodyPr>
          <a:lstStyle/>
          <a:p>
            <a:pPr algn="ctr"/>
            <a:r>
              <a:rPr lang="en-US" sz="1050" dirty="0"/>
              <a:t>Operation Details</a:t>
            </a:r>
          </a:p>
          <a:p>
            <a:pPr algn="ctr"/>
            <a:r>
              <a:rPr lang="en-US" sz="1050" dirty="0"/>
              <a:t>(Upload and OSINT)</a:t>
            </a:r>
          </a:p>
        </p:txBody>
      </p:sp>
    </p:spTree>
    <p:extLst>
      <p:ext uri="{BB962C8B-B14F-4D97-AF65-F5344CB8AC3E}">
        <p14:creationId xmlns:p14="http://schemas.microsoft.com/office/powerpoint/2010/main" val="1613285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C26E9-AAA0-42A7-B37A-77F3E0DAEC6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81F3F1-7D38-4BDA-19E9-40EDFCB40F6F}"/>
              </a:ext>
            </a:extLst>
          </p:cNvPr>
          <p:cNvSpPr/>
          <p:nvPr/>
        </p:nvSpPr>
        <p:spPr>
          <a:xfrm>
            <a:off x="9746619" y="750290"/>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DD12C64D-2F8F-0BDE-17FF-678C802A7D94}"/>
              </a:ext>
            </a:extLst>
          </p:cNvPr>
          <p:cNvSpPr txBox="1"/>
          <p:nvPr/>
        </p:nvSpPr>
        <p:spPr>
          <a:xfrm>
            <a:off x="9818336" y="817561"/>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29" name="TextBox 28">
            <a:extLst>
              <a:ext uri="{FF2B5EF4-FFF2-40B4-BE49-F238E27FC236}">
                <a16:creationId xmlns:a16="http://schemas.microsoft.com/office/drawing/2014/main" id="{E89C24FF-4C7B-2AA6-4223-757C4E9E6698}"/>
              </a:ext>
            </a:extLst>
          </p:cNvPr>
          <p:cNvSpPr txBox="1"/>
          <p:nvPr/>
        </p:nvSpPr>
        <p:spPr>
          <a:xfrm>
            <a:off x="-1554551" y="62515"/>
            <a:ext cx="11199427" cy="646331"/>
          </a:xfrm>
          <a:prstGeom prst="rect">
            <a:avLst/>
          </a:prstGeom>
          <a:noFill/>
        </p:spPr>
        <p:txBody>
          <a:bodyPr wrap="square" rtlCol="0">
            <a:spAutoFit/>
          </a:bodyPr>
          <a:lstStyle/>
          <a:p>
            <a:pPr algn="ctr"/>
            <a:r>
              <a:rPr lang="en-US" dirty="0"/>
              <a:t>Receive the Mission (Initiate Planning), OPORDS, Campaign Plans, Plans etc.</a:t>
            </a:r>
          </a:p>
          <a:p>
            <a:r>
              <a:rPr lang="en-US"/>
              <a:t> </a:t>
            </a:r>
            <a:endParaRPr lang="en-US" dirty="0"/>
          </a:p>
        </p:txBody>
      </p:sp>
      <p:sp>
        <p:nvSpPr>
          <p:cNvPr id="2" name="Rectangle 1">
            <a:extLst>
              <a:ext uri="{FF2B5EF4-FFF2-40B4-BE49-F238E27FC236}">
                <a16:creationId xmlns:a16="http://schemas.microsoft.com/office/drawing/2014/main" id="{7725C2EC-75D3-9584-03ED-3416A10C14CC}"/>
              </a:ext>
            </a:extLst>
          </p:cNvPr>
          <p:cNvSpPr/>
          <p:nvPr/>
        </p:nvSpPr>
        <p:spPr>
          <a:xfrm>
            <a:off x="9596673" y="431847"/>
            <a:ext cx="2118511"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50E3CC8-7B55-68ED-287D-0556A71625E0}"/>
              </a:ext>
            </a:extLst>
          </p:cNvPr>
          <p:cNvSpPr txBox="1"/>
          <p:nvPr/>
        </p:nvSpPr>
        <p:spPr>
          <a:xfrm>
            <a:off x="9137059" y="400738"/>
            <a:ext cx="2751585" cy="307777"/>
          </a:xfrm>
          <a:prstGeom prst="rect">
            <a:avLst/>
          </a:prstGeom>
          <a:noFill/>
        </p:spPr>
        <p:txBody>
          <a:bodyPr wrap="square" rtlCol="0">
            <a:spAutoFit/>
          </a:bodyPr>
          <a:lstStyle/>
          <a:p>
            <a:pPr algn="ctr"/>
            <a:r>
              <a:rPr lang="en-US" sz="1400" dirty="0">
                <a:solidFill>
                  <a:schemeClr val="tx2">
                    <a:lumMod val="75000"/>
                    <a:lumOff val="25000"/>
                  </a:schemeClr>
                </a:solidFill>
              </a:rPr>
              <a:t>Initiate Planning</a:t>
            </a:r>
          </a:p>
        </p:txBody>
      </p:sp>
      <p:sp>
        <p:nvSpPr>
          <p:cNvPr id="7" name="TextBox 6">
            <a:extLst>
              <a:ext uri="{FF2B5EF4-FFF2-40B4-BE49-F238E27FC236}">
                <a16:creationId xmlns:a16="http://schemas.microsoft.com/office/drawing/2014/main" id="{F35C6067-6941-400A-76FC-8C336D7337B1}"/>
              </a:ext>
            </a:extLst>
          </p:cNvPr>
          <p:cNvSpPr txBox="1"/>
          <p:nvPr/>
        </p:nvSpPr>
        <p:spPr>
          <a:xfrm>
            <a:off x="476816" y="1543986"/>
            <a:ext cx="5133072" cy="369332"/>
          </a:xfrm>
          <a:prstGeom prst="rect">
            <a:avLst/>
          </a:prstGeom>
          <a:noFill/>
        </p:spPr>
        <p:txBody>
          <a:bodyPr wrap="none" rtlCol="0">
            <a:spAutoFit/>
          </a:bodyPr>
          <a:lstStyle/>
          <a:p>
            <a:r>
              <a:rPr lang="en-US" dirty="0"/>
              <a:t>Prompt:  This Step has no prompt; it is upload only.</a:t>
            </a:r>
          </a:p>
        </p:txBody>
      </p:sp>
      <p:sp>
        <p:nvSpPr>
          <p:cNvPr id="13" name="Rectangle 12">
            <a:extLst>
              <a:ext uri="{FF2B5EF4-FFF2-40B4-BE49-F238E27FC236}">
                <a16:creationId xmlns:a16="http://schemas.microsoft.com/office/drawing/2014/main" id="{29F7AB82-4E8D-1122-18DC-2BD4596FE118}"/>
              </a:ext>
            </a:extLst>
          </p:cNvPr>
          <p:cNvSpPr/>
          <p:nvPr/>
        </p:nvSpPr>
        <p:spPr>
          <a:xfrm>
            <a:off x="296883" y="1425039"/>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5727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37512-6C2D-B118-1D08-F52A28DB9AD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EA501F9-785D-1914-2BDE-6FDA828B3A21}"/>
              </a:ext>
            </a:extLst>
          </p:cNvPr>
          <p:cNvSpPr/>
          <p:nvPr/>
        </p:nvSpPr>
        <p:spPr>
          <a:xfrm>
            <a:off x="9746619" y="1599894"/>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9" name="TextBox 18">
            <a:extLst>
              <a:ext uri="{FF2B5EF4-FFF2-40B4-BE49-F238E27FC236}">
                <a16:creationId xmlns:a16="http://schemas.microsoft.com/office/drawing/2014/main" id="{5EE7E45B-0D4E-0ABA-6CCC-DF6E5CF372A3}"/>
              </a:ext>
            </a:extLst>
          </p:cNvPr>
          <p:cNvSpPr txBox="1"/>
          <p:nvPr/>
        </p:nvSpPr>
        <p:spPr>
          <a:xfrm>
            <a:off x="9818335" y="1761260"/>
            <a:ext cx="1658471" cy="577081"/>
          </a:xfrm>
          <a:prstGeom prst="rect">
            <a:avLst/>
          </a:prstGeom>
          <a:noFill/>
        </p:spPr>
        <p:txBody>
          <a:bodyPr wrap="square" rtlCol="0">
            <a:spAutoFit/>
          </a:bodyPr>
          <a:lstStyle/>
          <a:p>
            <a:pPr algn="ctr"/>
            <a:r>
              <a:rPr lang="en-US" sz="1050" dirty="0"/>
              <a:t>Higher HQ Mission Statement</a:t>
            </a:r>
          </a:p>
          <a:p>
            <a:pPr algn="ctr"/>
            <a:r>
              <a:rPr lang="en-US" sz="1050" dirty="0"/>
              <a:t>(uploads)</a:t>
            </a:r>
          </a:p>
        </p:txBody>
      </p:sp>
      <p:sp>
        <p:nvSpPr>
          <p:cNvPr id="29" name="TextBox 28">
            <a:extLst>
              <a:ext uri="{FF2B5EF4-FFF2-40B4-BE49-F238E27FC236}">
                <a16:creationId xmlns:a16="http://schemas.microsoft.com/office/drawing/2014/main" id="{1C88522C-2366-D79D-5962-3745F95ED603}"/>
              </a:ext>
            </a:extLst>
          </p:cNvPr>
          <p:cNvSpPr txBox="1"/>
          <p:nvPr/>
        </p:nvSpPr>
        <p:spPr>
          <a:xfrm>
            <a:off x="0" y="108681"/>
            <a:ext cx="7160037" cy="646331"/>
          </a:xfrm>
          <a:prstGeom prst="rect">
            <a:avLst/>
          </a:prstGeom>
          <a:noFill/>
        </p:spPr>
        <p:txBody>
          <a:bodyPr wrap="none" rtlCol="0">
            <a:spAutoFit/>
          </a:bodyPr>
          <a:lstStyle/>
          <a:p>
            <a:r>
              <a:rPr lang="en-US" dirty="0"/>
              <a:t>Receive the Mission (Initiate Planning), Higher HQ Mission Statement</a:t>
            </a:r>
          </a:p>
          <a:p>
            <a:endParaRPr lang="en-US" dirty="0"/>
          </a:p>
        </p:txBody>
      </p:sp>
      <p:sp>
        <p:nvSpPr>
          <p:cNvPr id="2" name="Rectangle 1">
            <a:extLst>
              <a:ext uri="{FF2B5EF4-FFF2-40B4-BE49-F238E27FC236}">
                <a16:creationId xmlns:a16="http://schemas.microsoft.com/office/drawing/2014/main" id="{C77CE9CE-CF7D-7C74-357A-D25795BEBFF3}"/>
              </a:ext>
            </a:extLst>
          </p:cNvPr>
          <p:cNvSpPr/>
          <p:nvPr/>
        </p:nvSpPr>
        <p:spPr>
          <a:xfrm>
            <a:off x="9596673" y="431847"/>
            <a:ext cx="2118511"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8A717DC-82A8-D471-FD4C-51542BC2290F}"/>
              </a:ext>
            </a:extLst>
          </p:cNvPr>
          <p:cNvSpPr/>
          <p:nvPr/>
        </p:nvSpPr>
        <p:spPr>
          <a:xfrm>
            <a:off x="7628108" y="1612004"/>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 name="TextBox 13">
            <a:extLst>
              <a:ext uri="{FF2B5EF4-FFF2-40B4-BE49-F238E27FC236}">
                <a16:creationId xmlns:a16="http://schemas.microsoft.com/office/drawing/2014/main" id="{9BEE33A3-0952-EC0E-7C81-162666EDECDE}"/>
              </a:ext>
            </a:extLst>
          </p:cNvPr>
          <p:cNvSpPr txBox="1"/>
          <p:nvPr/>
        </p:nvSpPr>
        <p:spPr>
          <a:xfrm>
            <a:off x="7699825" y="1679275"/>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7" name="TextBox 6">
            <a:extLst>
              <a:ext uri="{FF2B5EF4-FFF2-40B4-BE49-F238E27FC236}">
                <a16:creationId xmlns:a16="http://schemas.microsoft.com/office/drawing/2014/main" id="{237CB31F-5787-8A02-AC2F-F6A5AE0D272B}"/>
              </a:ext>
            </a:extLst>
          </p:cNvPr>
          <p:cNvSpPr txBox="1"/>
          <p:nvPr/>
        </p:nvSpPr>
        <p:spPr>
          <a:xfrm>
            <a:off x="306374" y="3393068"/>
            <a:ext cx="6517750" cy="923330"/>
          </a:xfrm>
          <a:prstGeom prst="rect">
            <a:avLst/>
          </a:prstGeom>
          <a:noFill/>
        </p:spPr>
        <p:txBody>
          <a:bodyPr wrap="square" rtlCol="0">
            <a:spAutoFit/>
          </a:bodyPr>
          <a:lstStyle/>
          <a:p>
            <a:r>
              <a:rPr lang="en-US" dirty="0"/>
              <a:t>Dependency:  Using the OPORDS, Campaign Plans, Plans etc., Determine the Higher HQs Mission statement</a:t>
            </a:r>
          </a:p>
          <a:p>
            <a:endParaRPr lang="en-US" dirty="0"/>
          </a:p>
        </p:txBody>
      </p:sp>
      <p:sp>
        <p:nvSpPr>
          <p:cNvPr id="13" name="Rectangle 12">
            <a:extLst>
              <a:ext uri="{FF2B5EF4-FFF2-40B4-BE49-F238E27FC236}">
                <a16:creationId xmlns:a16="http://schemas.microsoft.com/office/drawing/2014/main" id="{72FCE6B2-7E56-8C61-7691-EB1DC6F82B3D}"/>
              </a:ext>
            </a:extLst>
          </p:cNvPr>
          <p:cNvSpPr/>
          <p:nvPr/>
        </p:nvSpPr>
        <p:spPr>
          <a:xfrm>
            <a:off x="296883" y="3325091"/>
            <a:ext cx="7259506" cy="33965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098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45141-39B2-A598-15C1-66ABBDE1889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1B18592-ACA0-DB24-4E34-620F150A8D86}"/>
              </a:ext>
            </a:extLst>
          </p:cNvPr>
          <p:cNvSpPr/>
          <p:nvPr/>
        </p:nvSpPr>
        <p:spPr>
          <a:xfrm>
            <a:off x="9746619" y="2463662"/>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0" name="TextBox 19">
            <a:extLst>
              <a:ext uri="{FF2B5EF4-FFF2-40B4-BE49-F238E27FC236}">
                <a16:creationId xmlns:a16="http://schemas.microsoft.com/office/drawing/2014/main" id="{B72C7EED-6167-59C7-118F-3E21874E3C0A}"/>
              </a:ext>
            </a:extLst>
          </p:cNvPr>
          <p:cNvSpPr txBox="1"/>
          <p:nvPr/>
        </p:nvSpPr>
        <p:spPr>
          <a:xfrm>
            <a:off x="9890054" y="2740116"/>
            <a:ext cx="1658471" cy="415498"/>
          </a:xfrm>
          <a:prstGeom prst="rect">
            <a:avLst/>
          </a:prstGeom>
          <a:noFill/>
        </p:spPr>
        <p:txBody>
          <a:bodyPr wrap="square" rtlCol="0">
            <a:spAutoFit/>
          </a:bodyPr>
          <a:lstStyle/>
          <a:p>
            <a:pPr algn="ctr"/>
            <a:r>
              <a:rPr lang="en-US" sz="1050" dirty="0"/>
              <a:t>Operation Details</a:t>
            </a:r>
          </a:p>
          <a:p>
            <a:pPr algn="ctr"/>
            <a:r>
              <a:rPr lang="en-US" sz="1050" dirty="0"/>
              <a:t>(Upload and OSINT)</a:t>
            </a:r>
          </a:p>
        </p:txBody>
      </p:sp>
      <p:sp>
        <p:nvSpPr>
          <p:cNvPr id="29" name="TextBox 28">
            <a:extLst>
              <a:ext uri="{FF2B5EF4-FFF2-40B4-BE49-F238E27FC236}">
                <a16:creationId xmlns:a16="http://schemas.microsoft.com/office/drawing/2014/main" id="{EC4B8727-F286-BA55-9009-C58B9A9F8143}"/>
              </a:ext>
            </a:extLst>
          </p:cNvPr>
          <p:cNvSpPr txBox="1"/>
          <p:nvPr/>
        </p:nvSpPr>
        <p:spPr>
          <a:xfrm>
            <a:off x="160512" y="97612"/>
            <a:ext cx="5791778" cy="646331"/>
          </a:xfrm>
          <a:prstGeom prst="rect">
            <a:avLst/>
          </a:prstGeom>
          <a:noFill/>
        </p:spPr>
        <p:txBody>
          <a:bodyPr wrap="none" rtlCol="0">
            <a:spAutoFit/>
          </a:bodyPr>
          <a:lstStyle/>
          <a:p>
            <a:r>
              <a:rPr lang="en-US" dirty="0"/>
              <a:t>Receive the Mission (Initiate Planning), Operation Details</a:t>
            </a:r>
          </a:p>
          <a:p>
            <a:endParaRPr lang="en-US" dirty="0"/>
          </a:p>
        </p:txBody>
      </p:sp>
      <p:sp>
        <p:nvSpPr>
          <p:cNvPr id="2" name="Rectangle 1">
            <a:extLst>
              <a:ext uri="{FF2B5EF4-FFF2-40B4-BE49-F238E27FC236}">
                <a16:creationId xmlns:a16="http://schemas.microsoft.com/office/drawing/2014/main" id="{E0699953-602E-7148-C7A1-33B77E4A3ED4}"/>
              </a:ext>
            </a:extLst>
          </p:cNvPr>
          <p:cNvSpPr/>
          <p:nvPr/>
        </p:nvSpPr>
        <p:spPr>
          <a:xfrm>
            <a:off x="9596673" y="431847"/>
            <a:ext cx="2118511"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1A5173E-C09D-E31B-0892-87D1D965AAD5}"/>
              </a:ext>
            </a:extLst>
          </p:cNvPr>
          <p:cNvSpPr/>
          <p:nvPr/>
        </p:nvSpPr>
        <p:spPr>
          <a:xfrm>
            <a:off x="296883" y="1425039"/>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DF242AA-994E-7CAC-94F2-61877C41F64D}"/>
              </a:ext>
            </a:extLst>
          </p:cNvPr>
          <p:cNvSpPr txBox="1"/>
          <p:nvPr/>
        </p:nvSpPr>
        <p:spPr>
          <a:xfrm>
            <a:off x="476816" y="1543986"/>
            <a:ext cx="6376041" cy="369332"/>
          </a:xfrm>
          <a:prstGeom prst="rect">
            <a:avLst/>
          </a:prstGeom>
          <a:noFill/>
        </p:spPr>
        <p:txBody>
          <a:bodyPr wrap="none" rtlCol="0">
            <a:spAutoFit/>
          </a:bodyPr>
          <a:lstStyle/>
          <a:p>
            <a:r>
              <a:rPr lang="en-US" dirty="0"/>
              <a:t>Upload:  Upload of known Operational details and Intelligence.</a:t>
            </a:r>
          </a:p>
        </p:txBody>
      </p:sp>
      <p:sp>
        <p:nvSpPr>
          <p:cNvPr id="15" name="TextBox 14">
            <a:extLst>
              <a:ext uri="{FF2B5EF4-FFF2-40B4-BE49-F238E27FC236}">
                <a16:creationId xmlns:a16="http://schemas.microsoft.com/office/drawing/2014/main" id="{12A1FA8F-5536-6C8A-49A3-1912FC98E11B}"/>
              </a:ext>
            </a:extLst>
          </p:cNvPr>
          <p:cNvSpPr txBox="1"/>
          <p:nvPr/>
        </p:nvSpPr>
        <p:spPr>
          <a:xfrm>
            <a:off x="476816" y="2867074"/>
            <a:ext cx="8857189" cy="1477328"/>
          </a:xfrm>
          <a:prstGeom prst="rect">
            <a:avLst/>
          </a:prstGeom>
          <a:noFill/>
        </p:spPr>
        <p:txBody>
          <a:bodyPr wrap="square" rtlCol="0">
            <a:spAutoFit/>
          </a:bodyPr>
          <a:lstStyle/>
          <a:p>
            <a:r>
              <a:rPr lang="en-US" dirty="0"/>
              <a:t>Prompt:  Using Mission Title and short description, determine the Intelligence Essential Tasks, provide a situational analysis on the Country, region, area to include enemy and adversary forces, Information Capabilities, formation Posture/Vulnerabilities, civil considerations, key communicators and Information infrastructure.</a:t>
            </a:r>
          </a:p>
          <a:p>
            <a:endParaRPr lang="en-US" dirty="0"/>
          </a:p>
        </p:txBody>
      </p:sp>
    </p:spTree>
    <p:extLst>
      <p:ext uri="{BB962C8B-B14F-4D97-AF65-F5344CB8AC3E}">
        <p14:creationId xmlns:p14="http://schemas.microsoft.com/office/powerpoint/2010/main" val="4084796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D06A3-20FC-A691-F7F3-A11B1A5FCCD7}"/>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77D91467-72F8-4EC7-256A-E04DC9A08A9B}"/>
              </a:ext>
            </a:extLst>
          </p:cNvPr>
          <p:cNvSpPr txBox="1"/>
          <p:nvPr/>
        </p:nvSpPr>
        <p:spPr>
          <a:xfrm>
            <a:off x="303356" y="77572"/>
            <a:ext cx="5853013" cy="646331"/>
          </a:xfrm>
          <a:prstGeom prst="rect">
            <a:avLst/>
          </a:prstGeom>
          <a:noFill/>
        </p:spPr>
        <p:txBody>
          <a:bodyPr wrap="none" rtlCol="0">
            <a:spAutoFit/>
          </a:bodyPr>
          <a:lstStyle/>
          <a:p>
            <a:r>
              <a:rPr lang="en-US" dirty="0"/>
              <a:t>Receive the Mission (Initiate Planning), Planning Products</a:t>
            </a:r>
          </a:p>
          <a:p>
            <a:endParaRPr lang="en-US" dirty="0"/>
          </a:p>
        </p:txBody>
      </p:sp>
      <p:sp>
        <p:nvSpPr>
          <p:cNvPr id="8" name="Rectangle 7">
            <a:extLst>
              <a:ext uri="{FF2B5EF4-FFF2-40B4-BE49-F238E27FC236}">
                <a16:creationId xmlns:a16="http://schemas.microsoft.com/office/drawing/2014/main" id="{FC1440EF-8D98-9A61-9B9E-FC1A488B5401}"/>
              </a:ext>
            </a:extLst>
          </p:cNvPr>
          <p:cNvSpPr/>
          <p:nvPr/>
        </p:nvSpPr>
        <p:spPr>
          <a:xfrm>
            <a:off x="9746617" y="3322318"/>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 name="TextBox 8">
            <a:extLst>
              <a:ext uri="{FF2B5EF4-FFF2-40B4-BE49-F238E27FC236}">
                <a16:creationId xmlns:a16="http://schemas.microsoft.com/office/drawing/2014/main" id="{401C655C-B260-1C05-57F6-365AE8F3C794}"/>
              </a:ext>
            </a:extLst>
          </p:cNvPr>
          <p:cNvSpPr txBox="1"/>
          <p:nvPr/>
        </p:nvSpPr>
        <p:spPr>
          <a:xfrm>
            <a:off x="9818334" y="3517981"/>
            <a:ext cx="1658471"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2" name="Rectangle 1">
            <a:extLst>
              <a:ext uri="{FF2B5EF4-FFF2-40B4-BE49-F238E27FC236}">
                <a16:creationId xmlns:a16="http://schemas.microsoft.com/office/drawing/2014/main" id="{F83E6CE5-313B-5B71-AB5F-C09E14F94256}"/>
              </a:ext>
            </a:extLst>
          </p:cNvPr>
          <p:cNvSpPr/>
          <p:nvPr/>
        </p:nvSpPr>
        <p:spPr>
          <a:xfrm>
            <a:off x="9596673" y="431847"/>
            <a:ext cx="2118511"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06BBED4-0559-6571-5B92-B08C4732A23B}"/>
              </a:ext>
            </a:extLst>
          </p:cNvPr>
          <p:cNvSpPr txBox="1"/>
          <p:nvPr/>
        </p:nvSpPr>
        <p:spPr>
          <a:xfrm>
            <a:off x="9137059" y="400738"/>
            <a:ext cx="2751585" cy="307777"/>
          </a:xfrm>
          <a:prstGeom prst="rect">
            <a:avLst/>
          </a:prstGeom>
          <a:noFill/>
        </p:spPr>
        <p:txBody>
          <a:bodyPr wrap="square" rtlCol="0">
            <a:spAutoFit/>
          </a:bodyPr>
          <a:lstStyle/>
          <a:p>
            <a:pPr algn="ctr"/>
            <a:r>
              <a:rPr lang="en-US" sz="1400" dirty="0">
                <a:solidFill>
                  <a:schemeClr val="tx2">
                    <a:lumMod val="75000"/>
                    <a:lumOff val="25000"/>
                  </a:schemeClr>
                </a:solidFill>
              </a:rPr>
              <a:t>Initiate Planning</a:t>
            </a:r>
          </a:p>
        </p:txBody>
      </p:sp>
      <p:sp>
        <p:nvSpPr>
          <p:cNvPr id="7" name="Rectangle 6">
            <a:extLst>
              <a:ext uri="{FF2B5EF4-FFF2-40B4-BE49-F238E27FC236}">
                <a16:creationId xmlns:a16="http://schemas.microsoft.com/office/drawing/2014/main" id="{E399ADD4-C159-C4F0-3539-3A16A4F021FE}"/>
              </a:ext>
            </a:extLst>
          </p:cNvPr>
          <p:cNvSpPr/>
          <p:nvPr/>
        </p:nvSpPr>
        <p:spPr>
          <a:xfrm>
            <a:off x="296883" y="1425039"/>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37A8B79-2E1A-2774-5CB5-D1594A589BE4}"/>
              </a:ext>
            </a:extLst>
          </p:cNvPr>
          <p:cNvSpPr txBox="1"/>
          <p:nvPr/>
        </p:nvSpPr>
        <p:spPr>
          <a:xfrm>
            <a:off x="476816" y="1543986"/>
            <a:ext cx="5133072" cy="369332"/>
          </a:xfrm>
          <a:prstGeom prst="rect">
            <a:avLst/>
          </a:prstGeom>
          <a:noFill/>
        </p:spPr>
        <p:txBody>
          <a:bodyPr wrap="none" rtlCol="0">
            <a:spAutoFit/>
          </a:bodyPr>
          <a:lstStyle/>
          <a:p>
            <a:r>
              <a:rPr lang="en-US" dirty="0"/>
              <a:t>Prompt:  This step has no prompt; it is upload only.</a:t>
            </a:r>
          </a:p>
        </p:txBody>
      </p:sp>
    </p:spTree>
    <p:extLst>
      <p:ext uri="{BB962C8B-B14F-4D97-AF65-F5344CB8AC3E}">
        <p14:creationId xmlns:p14="http://schemas.microsoft.com/office/powerpoint/2010/main" val="511150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615CB-56BA-C28D-73EA-1FC9B9AF06CD}"/>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AE222CD4-8834-853D-9B5D-1E2CEAD190AD}"/>
              </a:ext>
            </a:extLst>
          </p:cNvPr>
          <p:cNvSpPr txBox="1"/>
          <p:nvPr/>
        </p:nvSpPr>
        <p:spPr>
          <a:xfrm>
            <a:off x="210034" y="15585"/>
            <a:ext cx="5790881" cy="646331"/>
          </a:xfrm>
          <a:prstGeom prst="rect">
            <a:avLst/>
          </a:prstGeom>
          <a:noFill/>
        </p:spPr>
        <p:txBody>
          <a:bodyPr wrap="none" rtlCol="0">
            <a:spAutoFit/>
          </a:bodyPr>
          <a:lstStyle/>
          <a:p>
            <a:r>
              <a:rPr lang="en-US" dirty="0"/>
              <a:t>Receive the Mission (Initiate Planning), Running Estimate</a:t>
            </a:r>
          </a:p>
          <a:p>
            <a:endParaRPr lang="en-US" dirty="0"/>
          </a:p>
        </p:txBody>
      </p:sp>
      <p:sp>
        <p:nvSpPr>
          <p:cNvPr id="10" name="Rectangle 9">
            <a:extLst>
              <a:ext uri="{FF2B5EF4-FFF2-40B4-BE49-F238E27FC236}">
                <a16:creationId xmlns:a16="http://schemas.microsoft.com/office/drawing/2014/main" id="{C039C802-995E-FECF-DA58-819AC19ADE23}"/>
              </a:ext>
            </a:extLst>
          </p:cNvPr>
          <p:cNvSpPr/>
          <p:nvPr/>
        </p:nvSpPr>
        <p:spPr>
          <a:xfrm>
            <a:off x="9746617" y="804890"/>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 name="TextBox 10">
            <a:extLst>
              <a:ext uri="{FF2B5EF4-FFF2-40B4-BE49-F238E27FC236}">
                <a16:creationId xmlns:a16="http://schemas.microsoft.com/office/drawing/2014/main" id="{290C037D-8BAA-88F5-5CA3-6974EAB82CCD}"/>
              </a:ext>
            </a:extLst>
          </p:cNvPr>
          <p:cNvSpPr txBox="1"/>
          <p:nvPr/>
        </p:nvSpPr>
        <p:spPr>
          <a:xfrm>
            <a:off x="9784342" y="804890"/>
            <a:ext cx="1658471" cy="577081"/>
          </a:xfrm>
          <a:prstGeom prst="rect">
            <a:avLst/>
          </a:prstGeom>
          <a:noFill/>
        </p:spPr>
        <p:txBody>
          <a:bodyPr wrap="square" rtlCol="0">
            <a:spAutoFit/>
          </a:bodyPr>
          <a:lstStyle/>
          <a:p>
            <a:pPr algn="ctr"/>
            <a:r>
              <a:rPr lang="en-US" sz="1050" dirty="0"/>
              <a:t>Running Estimate</a:t>
            </a:r>
          </a:p>
          <a:p>
            <a:pPr algn="ctr"/>
            <a:r>
              <a:rPr lang="en-US" sz="1050" dirty="0"/>
              <a:t>(Uploads from each Info Force and Activity)</a:t>
            </a:r>
          </a:p>
        </p:txBody>
      </p:sp>
      <p:sp>
        <p:nvSpPr>
          <p:cNvPr id="2" name="Rectangle 1">
            <a:extLst>
              <a:ext uri="{FF2B5EF4-FFF2-40B4-BE49-F238E27FC236}">
                <a16:creationId xmlns:a16="http://schemas.microsoft.com/office/drawing/2014/main" id="{AE3EBBA0-D96C-2B7E-4570-1E86BA34BBFC}"/>
              </a:ext>
            </a:extLst>
          </p:cNvPr>
          <p:cNvSpPr/>
          <p:nvPr/>
        </p:nvSpPr>
        <p:spPr>
          <a:xfrm>
            <a:off x="9596673" y="431847"/>
            <a:ext cx="2118511"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857753D-347E-BA2A-900C-6AC84E6179BB}"/>
              </a:ext>
            </a:extLst>
          </p:cNvPr>
          <p:cNvSpPr txBox="1"/>
          <p:nvPr/>
        </p:nvSpPr>
        <p:spPr>
          <a:xfrm>
            <a:off x="9137059" y="400738"/>
            <a:ext cx="2751585" cy="307777"/>
          </a:xfrm>
          <a:prstGeom prst="rect">
            <a:avLst/>
          </a:prstGeom>
          <a:noFill/>
        </p:spPr>
        <p:txBody>
          <a:bodyPr wrap="square" rtlCol="0">
            <a:spAutoFit/>
          </a:bodyPr>
          <a:lstStyle/>
          <a:p>
            <a:pPr algn="ctr"/>
            <a:r>
              <a:rPr lang="en-US" sz="1400" dirty="0">
                <a:solidFill>
                  <a:schemeClr val="tx2">
                    <a:lumMod val="75000"/>
                    <a:lumOff val="25000"/>
                  </a:schemeClr>
                </a:solidFill>
              </a:rPr>
              <a:t>Initiate Planning</a:t>
            </a:r>
          </a:p>
        </p:txBody>
      </p:sp>
      <p:sp>
        <p:nvSpPr>
          <p:cNvPr id="24" name="Rectangle 23">
            <a:extLst>
              <a:ext uri="{FF2B5EF4-FFF2-40B4-BE49-F238E27FC236}">
                <a16:creationId xmlns:a16="http://schemas.microsoft.com/office/drawing/2014/main" id="{82B16001-7FF0-521C-C28E-8E49AC79410B}"/>
              </a:ext>
            </a:extLst>
          </p:cNvPr>
          <p:cNvSpPr/>
          <p:nvPr/>
        </p:nvSpPr>
        <p:spPr>
          <a:xfrm>
            <a:off x="7644707" y="804890"/>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5" name="Rectangle 24">
            <a:extLst>
              <a:ext uri="{FF2B5EF4-FFF2-40B4-BE49-F238E27FC236}">
                <a16:creationId xmlns:a16="http://schemas.microsoft.com/office/drawing/2014/main" id="{E5E0C84D-E455-45BC-D817-10B6347D0F58}"/>
              </a:ext>
            </a:extLst>
          </p:cNvPr>
          <p:cNvSpPr/>
          <p:nvPr/>
        </p:nvSpPr>
        <p:spPr>
          <a:xfrm>
            <a:off x="5725374" y="804890"/>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8" name="Rectangle 27">
            <a:extLst>
              <a:ext uri="{FF2B5EF4-FFF2-40B4-BE49-F238E27FC236}">
                <a16:creationId xmlns:a16="http://schemas.microsoft.com/office/drawing/2014/main" id="{36D5969B-5829-0E15-562F-D3F306C1D6AF}"/>
              </a:ext>
            </a:extLst>
          </p:cNvPr>
          <p:cNvSpPr/>
          <p:nvPr/>
        </p:nvSpPr>
        <p:spPr>
          <a:xfrm>
            <a:off x="3796982" y="804890"/>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0" name="TextBox 29">
            <a:extLst>
              <a:ext uri="{FF2B5EF4-FFF2-40B4-BE49-F238E27FC236}">
                <a16:creationId xmlns:a16="http://schemas.microsoft.com/office/drawing/2014/main" id="{AFC58241-5182-0D1D-DF94-414354294673}"/>
              </a:ext>
            </a:extLst>
          </p:cNvPr>
          <p:cNvSpPr txBox="1"/>
          <p:nvPr/>
        </p:nvSpPr>
        <p:spPr>
          <a:xfrm>
            <a:off x="7716424" y="804890"/>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32" name="TextBox 31">
            <a:extLst>
              <a:ext uri="{FF2B5EF4-FFF2-40B4-BE49-F238E27FC236}">
                <a16:creationId xmlns:a16="http://schemas.microsoft.com/office/drawing/2014/main" id="{70146707-A3F0-CA6F-2C78-F009CB99C2E8}"/>
              </a:ext>
            </a:extLst>
          </p:cNvPr>
          <p:cNvSpPr txBox="1"/>
          <p:nvPr/>
        </p:nvSpPr>
        <p:spPr>
          <a:xfrm>
            <a:off x="5797090" y="804890"/>
            <a:ext cx="1658471" cy="577081"/>
          </a:xfrm>
          <a:prstGeom prst="rect">
            <a:avLst/>
          </a:prstGeom>
          <a:noFill/>
        </p:spPr>
        <p:txBody>
          <a:bodyPr wrap="square" rtlCol="0">
            <a:spAutoFit/>
          </a:bodyPr>
          <a:lstStyle/>
          <a:p>
            <a:pPr algn="ctr"/>
            <a:r>
              <a:rPr lang="en-US" sz="1050" dirty="0"/>
              <a:t>Higher HQ Mission Statement</a:t>
            </a:r>
          </a:p>
          <a:p>
            <a:pPr algn="ctr"/>
            <a:r>
              <a:rPr lang="en-US" sz="1050" dirty="0"/>
              <a:t>(uploads)</a:t>
            </a:r>
          </a:p>
        </p:txBody>
      </p:sp>
      <p:sp>
        <p:nvSpPr>
          <p:cNvPr id="33" name="TextBox 32">
            <a:extLst>
              <a:ext uri="{FF2B5EF4-FFF2-40B4-BE49-F238E27FC236}">
                <a16:creationId xmlns:a16="http://schemas.microsoft.com/office/drawing/2014/main" id="{6F587D0F-357E-0C76-B84B-C12A7ABCB085}"/>
              </a:ext>
            </a:extLst>
          </p:cNvPr>
          <p:cNvSpPr txBox="1"/>
          <p:nvPr/>
        </p:nvSpPr>
        <p:spPr>
          <a:xfrm>
            <a:off x="3940417" y="804890"/>
            <a:ext cx="1658471" cy="415498"/>
          </a:xfrm>
          <a:prstGeom prst="rect">
            <a:avLst/>
          </a:prstGeom>
          <a:noFill/>
        </p:spPr>
        <p:txBody>
          <a:bodyPr wrap="square" rtlCol="0">
            <a:spAutoFit/>
          </a:bodyPr>
          <a:lstStyle/>
          <a:p>
            <a:pPr algn="ctr"/>
            <a:r>
              <a:rPr lang="en-US" sz="1050" dirty="0"/>
              <a:t>Operation Details</a:t>
            </a:r>
          </a:p>
          <a:p>
            <a:pPr algn="ctr"/>
            <a:r>
              <a:rPr lang="en-US" sz="1050" dirty="0"/>
              <a:t>(Upload and OSINT)</a:t>
            </a:r>
          </a:p>
        </p:txBody>
      </p:sp>
      <p:sp>
        <p:nvSpPr>
          <p:cNvPr id="7" name="TextBox 6">
            <a:extLst>
              <a:ext uri="{FF2B5EF4-FFF2-40B4-BE49-F238E27FC236}">
                <a16:creationId xmlns:a16="http://schemas.microsoft.com/office/drawing/2014/main" id="{13A33FE0-C2C3-ACE6-B2BB-F8990BB4D318}"/>
              </a:ext>
            </a:extLst>
          </p:cNvPr>
          <p:cNvSpPr txBox="1"/>
          <p:nvPr/>
        </p:nvSpPr>
        <p:spPr>
          <a:xfrm>
            <a:off x="296883" y="5067891"/>
            <a:ext cx="6517750" cy="1477328"/>
          </a:xfrm>
          <a:prstGeom prst="rect">
            <a:avLst/>
          </a:prstGeom>
          <a:noFill/>
        </p:spPr>
        <p:txBody>
          <a:bodyPr wrap="square" rtlCol="0">
            <a:spAutoFit/>
          </a:bodyPr>
          <a:lstStyle/>
          <a:p>
            <a:r>
              <a:rPr lang="en-US" dirty="0"/>
              <a:t>Dependency: Using Operation Details, Higher HQ mission statement and OPORDs and Campaign plans , plans along with the Uploaded documents to  determine the updated overall running estimate.</a:t>
            </a:r>
          </a:p>
          <a:p>
            <a:endParaRPr lang="en-US" dirty="0"/>
          </a:p>
        </p:txBody>
      </p:sp>
      <p:sp>
        <p:nvSpPr>
          <p:cNvPr id="13" name="Rectangle 12">
            <a:extLst>
              <a:ext uri="{FF2B5EF4-FFF2-40B4-BE49-F238E27FC236}">
                <a16:creationId xmlns:a16="http://schemas.microsoft.com/office/drawing/2014/main" id="{7642C98F-09F5-C71A-892B-1400D72682C6}"/>
              </a:ext>
            </a:extLst>
          </p:cNvPr>
          <p:cNvSpPr/>
          <p:nvPr/>
        </p:nvSpPr>
        <p:spPr>
          <a:xfrm>
            <a:off x="296883" y="3325091"/>
            <a:ext cx="7259506" cy="33965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C34041C-B032-2B3D-3B11-7BC18074A3F5}"/>
              </a:ext>
            </a:extLst>
          </p:cNvPr>
          <p:cNvSpPr txBox="1"/>
          <p:nvPr/>
        </p:nvSpPr>
        <p:spPr>
          <a:xfrm>
            <a:off x="306374" y="3611038"/>
            <a:ext cx="6517750" cy="646331"/>
          </a:xfrm>
          <a:prstGeom prst="rect">
            <a:avLst/>
          </a:prstGeom>
          <a:noFill/>
        </p:spPr>
        <p:txBody>
          <a:bodyPr wrap="square" rtlCol="0">
            <a:spAutoFit/>
          </a:bodyPr>
          <a:lstStyle/>
          <a:p>
            <a:r>
              <a:rPr lang="en-US" dirty="0"/>
              <a:t>Upload Running Estimates from all the information Forces and Information Activities. </a:t>
            </a:r>
          </a:p>
        </p:txBody>
      </p:sp>
    </p:spTree>
    <p:extLst>
      <p:ext uri="{BB962C8B-B14F-4D97-AF65-F5344CB8AC3E}">
        <p14:creationId xmlns:p14="http://schemas.microsoft.com/office/powerpoint/2010/main" val="4187883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19D1-16C7-CECC-104A-FEA44E3AACDB}"/>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D0BEF76E-C8EB-8ED4-BE83-5F38BDC01162}"/>
              </a:ext>
            </a:extLst>
          </p:cNvPr>
          <p:cNvSpPr txBox="1"/>
          <p:nvPr/>
        </p:nvSpPr>
        <p:spPr>
          <a:xfrm>
            <a:off x="306374" y="62515"/>
            <a:ext cx="6692281" cy="369332"/>
          </a:xfrm>
          <a:prstGeom prst="rect">
            <a:avLst/>
          </a:prstGeom>
          <a:noFill/>
        </p:spPr>
        <p:txBody>
          <a:bodyPr wrap="none" rtlCol="0">
            <a:spAutoFit/>
          </a:bodyPr>
          <a:lstStyle/>
          <a:p>
            <a:r>
              <a:rPr lang="en-US" dirty="0"/>
              <a:t>Receive the Mission (Initiate Planning), Environmental Information</a:t>
            </a:r>
          </a:p>
        </p:txBody>
      </p:sp>
      <p:sp>
        <p:nvSpPr>
          <p:cNvPr id="16" name="Rectangle 15">
            <a:extLst>
              <a:ext uri="{FF2B5EF4-FFF2-40B4-BE49-F238E27FC236}">
                <a16:creationId xmlns:a16="http://schemas.microsoft.com/office/drawing/2014/main" id="{56DD4730-954A-40E5-31E4-8C2E216C4E6B}"/>
              </a:ext>
            </a:extLst>
          </p:cNvPr>
          <p:cNvSpPr/>
          <p:nvPr/>
        </p:nvSpPr>
        <p:spPr>
          <a:xfrm>
            <a:off x="9746617" y="5040526"/>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7" name="TextBox 16">
            <a:extLst>
              <a:ext uri="{FF2B5EF4-FFF2-40B4-BE49-F238E27FC236}">
                <a16:creationId xmlns:a16="http://schemas.microsoft.com/office/drawing/2014/main" id="{449DD850-3CEF-96C0-CB38-717BD996B32B}"/>
              </a:ext>
            </a:extLst>
          </p:cNvPr>
          <p:cNvSpPr txBox="1"/>
          <p:nvPr/>
        </p:nvSpPr>
        <p:spPr>
          <a:xfrm>
            <a:off x="9818334" y="5236189"/>
            <a:ext cx="1658471" cy="415498"/>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 name="Rectangle 1">
            <a:extLst>
              <a:ext uri="{FF2B5EF4-FFF2-40B4-BE49-F238E27FC236}">
                <a16:creationId xmlns:a16="http://schemas.microsoft.com/office/drawing/2014/main" id="{37464FA8-AEBC-C5EA-F3C2-8060B2490415}"/>
              </a:ext>
            </a:extLst>
          </p:cNvPr>
          <p:cNvSpPr/>
          <p:nvPr/>
        </p:nvSpPr>
        <p:spPr>
          <a:xfrm>
            <a:off x="9596673" y="431847"/>
            <a:ext cx="2118511"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04B0BE-919E-AD5A-087A-3D99B667B43C}"/>
              </a:ext>
            </a:extLst>
          </p:cNvPr>
          <p:cNvSpPr txBox="1"/>
          <p:nvPr/>
        </p:nvSpPr>
        <p:spPr>
          <a:xfrm>
            <a:off x="9137059" y="400738"/>
            <a:ext cx="2751585" cy="307777"/>
          </a:xfrm>
          <a:prstGeom prst="rect">
            <a:avLst/>
          </a:prstGeom>
          <a:noFill/>
        </p:spPr>
        <p:txBody>
          <a:bodyPr wrap="square" rtlCol="0">
            <a:spAutoFit/>
          </a:bodyPr>
          <a:lstStyle/>
          <a:p>
            <a:pPr algn="ctr"/>
            <a:r>
              <a:rPr lang="en-US" sz="1400" dirty="0">
                <a:solidFill>
                  <a:schemeClr val="tx2">
                    <a:lumMod val="75000"/>
                    <a:lumOff val="25000"/>
                  </a:schemeClr>
                </a:solidFill>
              </a:rPr>
              <a:t>Initiate Planning</a:t>
            </a:r>
          </a:p>
        </p:txBody>
      </p:sp>
      <p:sp>
        <p:nvSpPr>
          <p:cNvPr id="7" name="Rectangle 6">
            <a:extLst>
              <a:ext uri="{FF2B5EF4-FFF2-40B4-BE49-F238E27FC236}">
                <a16:creationId xmlns:a16="http://schemas.microsoft.com/office/drawing/2014/main" id="{259D1073-8BE3-75CF-7191-5CF7579371A4}"/>
              </a:ext>
            </a:extLst>
          </p:cNvPr>
          <p:cNvSpPr/>
          <p:nvPr/>
        </p:nvSpPr>
        <p:spPr>
          <a:xfrm>
            <a:off x="296883" y="1425039"/>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497A901-0AB0-88D2-AB63-0D3272DFA52F}"/>
              </a:ext>
            </a:extLst>
          </p:cNvPr>
          <p:cNvSpPr txBox="1"/>
          <p:nvPr/>
        </p:nvSpPr>
        <p:spPr>
          <a:xfrm>
            <a:off x="476816" y="1543986"/>
            <a:ext cx="9048139" cy="1754326"/>
          </a:xfrm>
          <a:prstGeom prst="rect">
            <a:avLst/>
          </a:prstGeom>
          <a:noFill/>
        </p:spPr>
        <p:txBody>
          <a:bodyPr wrap="square" rtlCol="0">
            <a:spAutoFit/>
          </a:bodyPr>
          <a:lstStyle/>
          <a:p>
            <a:r>
              <a:rPr lang="en-US" dirty="0"/>
              <a:t>Upload: The user uploads all relevant intelligence that is useful in determining the Information Environment.</a:t>
            </a:r>
          </a:p>
          <a:p>
            <a:endParaRPr lang="en-US" dirty="0"/>
          </a:p>
          <a:p>
            <a:r>
              <a:rPr lang="en-US" dirty="0"/>
              <a:t>Prompt: in the mission area, determine all aspects of the information Environment.  Include Information on all countries that Influence that particular information Environment.</a:t>
            </a:r>
          </a:p>
        </p:txBody>
      </p:sp>
    </p:spTree>
    <p:extLst>
      <p:ext uri="{BB962C8B-B14F-4D97-AF65-F5344CB8AC3E}">
        <p14:creationId xmlns:p14="http://schemas.microsoft.com/office/powerpoint/2010/main" val="3537646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E880B-B46E-6BA3-507F-176F04C27F37}"/>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66F5956C-41D2-A247-0EA7-B9A8ED853989}"/>
              </a:ext>
            </a:extLst>
          </p:cNvPr>
          <p:cNvSpPr txBox="1"/>
          <p:nvPr/>
        </p:nvSpPr>
        <p:spPr>
          <a:xfrm>
            <a:off x="306374" y="62515"/>
            <a:ext cx="8563883" cy="369332"/>
          </a:xfrm>
          <a:prstGeom prst="rect">
            <a:avLst/>
          </a:prstGeom>
          <a:noFill/>
        </p:spPr>
        <p:txBody>
          <a:bodyPr wrap="none" rtlCol="0">
            <a:spAutoFit/>
          </a:bodyPr>
          <a:lstStyle/>
          <a:p>
            <a:r>
              <a:rPr lang="en-US" dirty="0"/>
              <a:t>Receive the Mission (Initiate Planning), Commander’s Standing Orders and Guidance</a:t>
            </a:r>
          </a:p>
        </p:txBody>
      </p:sp>
      <p:sp>
        <p:nvSpPr>
          <p:cNvPr id="22" name="Rectangle 21">
            <a:extLst>
              <a:ext uri="{FF2B5EF4-FFF2-40B4-BE49-F238E27FC236}">
                <a16:creationId xmlns:a16="http://schemas.microsoft.com/office/drawing/2014/main" id="{388726D9-C1D1-495B-25EC-DE2A8D85289A}"/>
              </a:ext>
            </a:extLst>
          </p:cNvPr>
          <p:cNvSpPr/>
          <p:nvPr/>
        </p:nvSpPr>
        <p:spPr>
          <a:xfrm>
            <a:off x="9746617" y="5898082"/>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3" name="TextBox 22">
            <a:extLst>
              <a:ext uri="{FF2B5EF4-FFF2-40B4-BE49-F238E27FC236}">
                <a16:creationId xmlns:a16="http://schemas.microsoft.com/office/drawing/2014/main" id="{F149FC8D-FBC0-514E-8826-62DDC15C20B0}"/>
              </a:ext>
            </a:extLst>
          </p:cNvPr>
          <p:cNvSpPr txBox="1"/>
          <p:nvPr/>
        </p:nvSpPr>
        <p:spPr>
          <a:xfrm>
            <a:off x="9784342" y="5972720"/>
            <a:ext cx="1658471" cy="577081"/>
          </a:xfrm>
          <a:prstGeom prst="rect">
            <a:avLst/>
          </a:prstGeom>
          <a:noFill/>
        </p:spPr>
        <p:txBody>
          <a:bodyPr wrap="square" rtlCol="0">
            <a:spAutoFit/>
          </a:bodyPr>
          <a:lstStyle/>
          <a:p>
            <a:pPr algn="ctr"/>
            <a:r>
              <a:rPr lang="en-US" sz="1050" dirty="0"/>
              <a:t>CDR’s Standing Orders and Guidance</a:t>
            </a:r>
          </a:p>
          <a:p>
            <a:pPr algn="ctr"/>
            <a:r>
              <a:rPr lang="en-US" sz="1050" dirty="0"/>
              <a:t>(Uploads)</a:t>
            </a:r>
          </a:p>
        </p:txBody>
      </p:sp>
      <p:sp>
        <p:nvSpPr>
          <p:cNvPr id="2" name="Rectangle 1">
            <a:extLst>
              <a:ext uri="{FF2B5EF4-FFF2-40B4-BE49-F238E27FC236}">
                <a16:creationId xmlns:a16="http://schemas.microsoft.com/office/drawing/2014/main" id="{DD1BBFAE-EE56-5E55-9A75-027FCB8E2459}"/>
              </a:ext>
            </a:extLst>
          </p:cNvPr>
          <p:cNvSpPr/>
          <p:nvPr/>
        </p:nvSpPr>
        <p:spPr>
          <a:xfrm>
            <a:off x="9596673" y="431847"/>
            <a:ext cx="2118511"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75761C8-EA43-6D8F-2600-FF3F658828F4}"/>
              </a:ext>
            </a:extLst>
          </p:cNvPr>
          <p:cNvSpPr txBox="1"/>
          <p:nvPr/>
        </p:nvSpPr>
        <p:spPr>
          <a:xfrm>
            <a:off x="9137059" y="400738"/>
            <a:ext cx="2751585" cy="307777"/>
          </a:xfrm>
          <a:prstGeom prst="rect">
            <a:avLst/>
          </a:prstGeom>
          <a:noFill/>
        </p:spPr>
        <p:txBody>
          <a:bodyPr wrap="square" rtlCol="0">
            <a:spAutoFit/>
          </a:bodyPr>
          <a:lstStyle/>
          <a:p>
            <a:pPr algn="ctr"/>
            <a:r>
              <a:rPr lang="en-US" sz="1400" dirty="0">
                <a:solidFill>
                  <a:schemeClr val="tx2">
                    <a:lumMod val="75000"/>
                    <a:lumOff val="25000"/>
                  </a:schemeClr>
                </a:solidFill>
              </a:rPr>
              <a:t>Initiate Planning</a:t>
            </a:r>
          </a:p>
        </p:txBody>
      </p:sp>
      <p:sp>
        <p:nvSpPr>
          <p:cNvPr id="7" name="Rectangle 6">
            <a:extLst>
              <a:ext uri="{FF2B5EF4-FFF2-40B4-BE49-F238E27FC236}">
                <a16:creationId xmlns:a16="http://schemas.microsoft.com/office/drawing/2014/main" id="{0F3D72A0-CDF3-D8D4-63E4-F20CE84875CC}"/>
              </a:ext>
            </a:extLst>
          </p:cNvPr>
          <p:cNvSpPr/>
          <p:nvPr/>
        </p:nvSpPr>
        <p:spPr>
          <a:xfrm>
            <a:off x="296883" y="1425039"/>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CFEB9E8-FE5C-F65F-0779-05CB52F5CC56}"/>
              </a:ext>
            </a:extLst>
          </p:cNvPr>
          <p:cNvSpPr txBox="1"/>
          <p:nvPr/>
        </p:nvSpPr>
        <p:spPr>
          <a:xfrm>
            <a:off x="476816" y="1543986"/>
            <a:ext cx="9048139" cy="646331"/>
          </a:xfrm>
          <a:prstGeom prst="rect">
            <a:avLst/>
          </a:prstGeom>
          <a:noFill/>
        </p:spPr>
        <p:txBody>
          <a:bodyPr wrap="square" rtlCol="0">
            <a:spAutoFit/>
          </a:bodyPr>
          <a:lstStyle/>
          <a:p>
            <a:r>
              <a:rPr lang="en-US" dirty="0"/>
              <a:t>Upload: The user uploads all commander’s standing orders and guidance.  </a:t>
            </a:r>
          </a:p>
          <a:p>
            <a:endParaRPr lang="en-US" dirty="0"/>
          </a:p>
        </p:txBody>
      </p:sp>
    </p:spTree>
    <p:extLst>
      <p:ext uri="{BB962C8B-B14F-4D97-AF65-F5344CB8AC3E}">
        <p14:creationId xmlns:p14="http://schemas.microsoft.com/office/powerpoint/2010/main" val="1883284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1BC68-81A8-E63C-AA09-26F15C844EBF}"/>
            </a:ext>
          </a:extLst>
        </p:cNvPr>
        <p:cNvGrpSpPr/>
        <p:nvPr/>
      </p:nvGrpSpPr>
      <p:grpSpPr>
        <a:xfrm>
          <a:off x="0" y="0"/>
          <a:ext cx="0" cy="0"/>
          <a:chOff x="0" y="0"/>
          <a:chExt cx="0" cy="0"/>
        </a:xfrm>
      </p:grpSpPr>
      <p:cxnSp>
        <p:nvCxnSpPr>
          <p:cNvPr id="30" name="Straight Arrow Connector 29">
            <a:extLst>
              <a:ext uri="{FF2B5EF4-FFF2-40B4-BE49-F238E27FC236}">
                <a16:creationId xmlns:a16="http://schemas.microsoft.com/office/drawing/2014/main" id="{A2C49078-E4B1-6815-416A-81FBBABB89DD}"/>
              </a:ext>
            </a:extLst>
          </p:cNvPr>
          <p:cNvCxnSpPr>
            <a:cxnSpLocks/>
            <a:stCxn id="251" idx="1"/>
          </p:cNvCxnSpPr>
          <p:nvPr/>
        </p:nvCxnSpPr>
        <p:spPr>
          <a:xfrm>
            <a:off x="7013669" y="5345269"/>
            <a:ext cx="3174299" cy="227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517668A-02B2-A6F9-4B65-AC217A6E0DC2}"/>
              </a:ext>
            </a:extLst>
          </p:cNvPr>
          <p:cNvCxnSpPr>
            <a:cxnSpLocks/>
            <a:stCxn id="172" idx="1"/>
          </p:cNvCxnSpPr>
          <p:nvPr/>
        </p:nvCxnSpPr>
        <p:spPr>
          <a:xfrm flipV="1">
            <a:off x="5293034" y="1797672"/>
            <a:ext cx="489493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71FCBBC-834F-7DE2-D910-1A6F539776BC}"/>
              </a:ext>
            </a:extLst>
          </p:cNvPr>
          <p:cNvCxnSpPr>
            <a:cxnSpLocks/>
          </p:cNvCxnSpPr>
          <p:nvPr/>
        </p:nvCxnSpPr>
        <p:spPr>
          <a:xfrm>
            <a:off x="7206558" y="3229629"/>
            <a:ext cx="29814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9CF9E22-6EA5-3E4A-CC7E-CE4FA01EBA0C}"/>
              </a:ext>
            </a:extLst>
          </p:cNvPr>
          <p:cNvCxnSpPr>
            <a:cxnSpLocks/>
          </p:cNvCxnSpPr>
          <p:nvPr/>
        </p:nvCxnSpPr>
        <p:spPr>
          <a:xfrm>
            <a:off x="4016151" y="3892041"/>
            <a:ext cx="61718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47B0AD7-09B1-2F75-F6E7-A85DF5E9BC41}"/>
              </a:ext>
            </a:extLst>
          </p:cNvPr>
          <p:cNvCxnSpPr>
            <a:cxnSpLocks/>
            <a:stCxn id="31" idx="1"/>
          </p:cNvCxnSpPr>
          <p:nvPr/>
        </p:nvCxnSpPr>
        <p:spPr>
          <a:xfrm>
            <a:off x="100539" y="2490498"/>
            <a:ext cx="10100070" cy="54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831C03D-A3AF-6DD1-319C-869E8761F558}"/>
              </a:ext>
            </a:extLst>
          </p:cNvPr>
          <p:cNvCxnSpPr/>
          <p:nvPr/>
        </p:nvCxnSpPr>
        <p:spPr>
          <a:xfrm flipV="1">
            <a:off x="2016672" y="6110141"/>
            <a:ext cx="81839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1A0EECE-3ECF-ADB9-EF0D-CB0ABA7C1C10}"/>
              </a:ext>
            </a:extLst>
          </p:cNvPr>
          <p:cNvCxnSpPr/>
          <p:nvPr/>
        </p:nvCxnSpPr>
        <p:spPr>
          <a:xfrm flipV="1">
            <a:off x="2004031" y="4572560"/>
            <a:ext cx="81839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C6A6928-EEBE-B121-69A9-9391B7ACF66A}"/>
              </a:ext>
            </a:extLst>
          </p:cNvPr>
          <p:cNvCxnSpPr>
            <a:stCxn id="244" idx="3"/>
            <a:endCxn id="4" idx="1"/>
          </p:cNvCxnSpPr>
          <p:nvPr/>
        </p:nvCxnSpPr>
        <p:spPr>
          <a:xfrm flipV="1">
            <a:off x="2017818" y="1124699"/>
            <a:ext cx="81839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6" name="Rectangle 165">
            <a:extLst>
              <a:ext uri="{FF2B5EF4-FFF2-40B4-BE49-F238E27FC236}">
                <a16:creationId xmlns:a16="http://schemas.microsoft.com/office/drawing/2014/main" id="{B741E637-E585-483A-4B0B-42D3843D962C}"/>
              </a:ext>
            </a:extLst>
          </p:cNvPr>
          <p:cNvSpPr/>
          <p:nvPr/>
        </p:nvSpPr>
        <p:spPr>
          <a:xfrm>
            <a:off x="6935915" y="1489451"/>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 name="Rectangle 3">
            <a:extLst>
              <a:ext uri="{FF2B5EF4-FFF2-40B4-BE49-F238E27FC236}">
                <a16:creationId xmlns:a16="http://schemas.microsoft.com/office/drawing/2014/main" id="{E9CF8CCE-BD0D-AFE0-2F32-F370E047EB9D}"/>
              </a:ext>
            </a:extLst>
          </p:cNvPr>
          <p:cNvSpPr/>
          <p:nvPr/>
        </p:nvSpPr>
        <p:spPr>
          <a:xfrm>
            <a:off x="10201755" y="815081"/>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 name="Rectangle 4">
            <a:extLst>
              <a:ext uri="{FF2B5EF4-FFF2-40B4-BE49-F238E27FC236}">
                <a16:creationId xmlns:a16="http://schemas.microsoft.com/office/drawing/2014/main" id="{F88EE7BD-423A-647F-8D6E-D21278D51CCC}"/>
              </a:ext>
            </a:extLst>
          </p:cNvPr>
          <p:cNvSpPr/>
          <p:nvPr/>
        </p:nvSpPr>
        <p:spPr>
          <a:xfrm>
            <a:off x="10210808" y="1486376"/>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 name="Rectangle 5">
            <a:extLst>
              <a:ext uri="{FF2B5EF4-FFF2-40B4-BE49-F238E27FC236}">
                <a16:creationId xmlns:a16="http://schemas.microsoft.com/office/drawing/2014/main" id="{30DB0798-E0EA-7FF5-FA28-D73F0BDBAEF3}"/>
              </a:ext>
            </a:extLst>
          </p:cNvPr>
          <p:cNvSpPr/>
          <p:nvPr/>
        </p:nvSpPr>
        <p:spPr>
          <a:xfrm>
            <a:off x="10210808" y="2161346"/>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 name="Rectangle 6">
            <a:extLst>
              <a:ext uri="{FF2B5EF4-FFF2-40B4-BE49-F238E27FC236}">
                <a16:creationId xmlns:a16="http://schemas.microsoft.com/office/drawing/2014/main" id="{FEDD9B98-12D6-6F14-16AD-547344506D0C}"/>
              </a:ext>
            </a:extLst>
          </p:cNvPr>
          <p:cNvSpPr/>
          <p:nvPr/>
        </p:nvSpPr>
        <p:spPr>
          <a:xfrm>
            <a:off x="10205402" y="2844130"/>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6F2E7C5C-E825-EC19-D5A4-45245259A1A8}"/>
              </a:ext>
            </a:extLst>
          </p:cNvPr>
          <p:cNvSpPr txBox="1"/>
          <p:nvPr/>
        </p:nvSpPr>
        <p:spPr>
          <a:xfrm>
            <a:off x="10273468" y="808771"/>
            <a:ext cx="1658471" cy="577081"/>
          </a:xfrm>
          <a:prstGeom prst="rect">
            <a:avLst/>
          </a:prstGeom>
          <a:noFill/>
        </p:spPr>
        <p:txBody>
          <a:bodyPr wrap="square" rtlCol="0">
            <a:spAutoFit/>
          </a:bodyPr>
          <a:lstStyle/>
          <a:p>
            <a:pPr algn="ctr"/>
            <a:endParaRPr lang="en-US" sz="1050" dirty="0"/>
          </a:p>
          <a:p>
            <a:pPr algn="ctr"/>
            <a:r>
              <a:rPr lang="en-US" sz="1050" dirty="0"/>
              <a:t>Assumptions</a:t>
            </a:r>
          </a:p>
          <a:p>
            <a:pPr algn="ctr"/>
            <a:r>
              <a:rPr lang="en-US" sz="1050" dirty="0"/>
              <a:t>(Generated)</a:t>
            </a:r>
          </a:p>
        </p:txBody>
      </p:sp>
      <p:sp>
        <p:nvSpPr>
          <p:cNvPr id="19" name="TextBox 18">
            <a:extLst>
              <a:ext uri="{FF2B5EF4-FFF2-40B4-BE49-F238E27FC236}">
                <a16:creationId xmlns:a16="http://schemas.microsoft.com/office/drawing/2014/main" id="{AD8F7F39-55D9-38AD-27FD-EDE1F8BC71A3}"/>
              </a:ext>
            </a:extLst>
          </p:cNvPr>
          <p:cNvSpPr txBox="1"/>
          <p:nvPr/>
        </p:nvSpPr>
        <p:spPr>
          <a:xfrm>
            <a:off x="10273468" y="1501230"/>
            <a:ext cx="1658471" cy="577081"/>
          </a:xfrm>
          <a:prstGeom prst="rect">
            <a:avLst/>
          </a:prstGeom>
          <a:noFill/>
        </p:spPr>
        <p:txBody>
          <a:bodyPr wrap="square" rtlCol="0">
            <a:spAutoFit/>
          </a:bodyPr>
          <a:lstStyle/>
          <a:p>
            <a:pPr algn="ctr"/>
            <a:r>
              <a:rPr lang="en-US" sz="1050" dirty="0"/>
              <a:t>Analysis Of higher HQs Mission</a:t>
            </a:r>
          </a:p>
          <a:p>
            <a:pPr algn="ctr"/>
            <a:r>
              <a:rPr lang="en-US" sz="1050" dirty="0"/>
              <a:t>(Generated)</a:t>
            </a:r>
          </a:p>
        </p:txBody>
      </p:sp>
      <p:sp>
        <p:nvSpPr>
          <p:cNvPr id="20" name="TextBox 19">
            <a:extLst>
              <a:ext uri="{FF2B5EF4-FFF2-40B4-BE49-F238E27FC236}">
                <a16:creationId xmlns:a16="http://schemas.microsoft.com/office/drawing/2014/main" id="{BD178DDA-3494-0E7E-D442-B0F21DE59442}"/>
              </a:ext>
            </a:extLst>
          </p:cNvPr>
          <p:cNvSpPr txBox="1"/>
          <p:nvPr/>
        </p:nvSpPr>
        <p:spPr>
          <a:xfrm>
            <a:off x="10327084" y="2347267"/>
            <a:ext cx="1658471" cy="415498"/>
          </a:xfrm>
          <a:prstGeom prst="rect">
            <a:avLst/>
          </a:prstGeom>
          <a:solidFill>
            <a:schemeClr val="bg1"/>
          </a:solidFill>
        </p:spPr>
        <p:txBody>
          <a:bodyPr wrap="square" rtlCol="0">
            <a:spAutoFit/>
          </a:bodyPr>
          <a:lstStyle/>
          <a:p>
            <a:pPr algn="ctr"/>
            <a:r>
              <a:rPr lang="en-US" sz="1050" dirty="0"/>
              <a:t>Mission Statement</a:t>
            </a:r>
          </a:p>
          <a:p>
            <a:pPr algn="ctr"/>
            <a:r>
              <a:rPr lang="en-US" sz="1050" dirty="0"/>
              <a:t>(Generated)</a:t>
            </a:r>
          </a:p>
        </p:txBody>
      </p:sp>
      <p:sp>
        <p:nvSpPr>
          <p:cNvPr id="21" name="TextBox 20">
            <a:extLst>
              <a:ext uri="{FF2B5EF4-FFF2-40B4-BE49-F238E27FC236}">
                <a16:creationId xmlns:a16="http://schemas.microsoft.com/office/drawing/2014/main" id="{6F6166F5-BC24-2A0C-9C0B-5F668DEFC5C4}"/>
              </a:ext>
            </a:extLst>
          </p:cNvPr>
          <p:cNvSpPr txBox="1"/>
          <p:nvPr/>
        </p:nvSpPr>
        <p:spPr>
          <a:xfrm>
            <a:off x="10282522" y="2960574"/>
            <a:ext cx="1658471" cy="415498"/>
          </a:xfrm>
          <a:prstGeom prst="rect">
            <a:avLst/>
          </a:prstGeom>
          <a:noFill/>
        </p:spPr>
        <p:txBody>
          <a:bodyPr wrap="square" rtlCol="0">
            <a:spAutoFit/>
          </a:bodyPr>
          <a:lstStyle/>
          <a:p>
            <a:pPr algn="ctr"/>
            <a:r>
              <a:rPr lang="en-US" sz="1050" dirty="0"/>
              <a:t>Intel Prep of the Battlefield</a:t>
            </a:r>
          </a:p>
        </p:txBody>
      </p:sp>
      <p:sp>
        <p:nvSpPr>
          <p:cNvPr id="29" name="TextBox 28">
            <a:extLst>
              <a:ext uri="{FF2B5EF4-FFF2-40B4-BE49-F238E27FC236}">
                <a16:creationId xmlns:a16="http://schemas.microsoft.com/office/drawing/2014/main" id="{CD837893-BAB2-32D9-4742-0049ADA943B9}"/>
              </a:ext>
            </a:extLst>
          </p:cNvPr>
          <p:cNvSpPr txBox="1"/>
          <p:nvPr/>
        </p:nvSpPr>
        <p:spPr>
          <a:xfrm>
            <a:off x="726140" y="0"/>
            <a:ext cx="1815177" cy="369332"/>
          </a:xfrm>
          <a:prstGeom prst="rect">
            <a:avLst/>
          </a:prstGeom>
          <a:noFill/>
        </p:spPr>
        <p:txBody>
          <a:bodyPr wrap="none" rtlCol="0">
            <a:spAutoFit/>
          </a:bodyPr>
          <a:lstStyle/>
          <a:p>
            <a:r>
              <a:rPr lang="en-US" dirty="0"/>
              <a:t>Mission analysis</a:t>
            </a:r>
          </a:p>
        </p:txBody>
      </p:sp>
      <p:sp>
        <p:nvSpPr>
          <p:cNvPr id="2" name="Rectangle 1">
            <a:extLst>
              <a:ext uri="{FF2B5EF4-FFF2-40B4-BE49-F238E27FC236}">
                <a16:creationId xmlns:a16="http://schemas.microsoft.com/office/drawing/2014/main" id="{E2056CBE-E6D9-5BF9-382B-6A8726996D8F}"/>
              </a:ext>
            </a:extLst>
          </p:cNvPr>
          <p:cNvSpPr/>
          <p:nvPr/>
        </p:nvSpPr>
        <p:spPr>
          <a:xfrm>
            <a:off x="10210808" y="3543473"/>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 name="TextBox 2">
            <a:extLst>
              <a:ext uri="{FF2B5EF4-FFF2-40B4-BE49-F238E27FC236}">
                <a16:creationId xmlns:a16="http://schemas.microsoft.com/office/drawing/2014/main" id="{B2D4B7C5-A5C7-2034-6A9E-A4440AB0B2FD}"/>
              </a:ext>
            </a:extLst>
          </p:cNvPr>
          <p:cNvSpPr txBox="1"/>
          <p:nvPr/>
        </p:nvSpPr>
        <p:spPr>
          <a:xfrm>
            <a:off x="10295225" y="3594109"/>
            <a:ext cx="1658471" cy="415498"/>
          </a:xfrm>
          <a:prstGeom prst="rect">
            <a:avLst/>
          </a:prstGeom>
          <a:noFill/>
        </p:spPr>
        <p:txBody>
          <a:bodyPr wrap="square" rtlCol="0">
            <a:spAutoFit/>
          </a:bodyPr>
          <a:lstStyle/>
          <a:p>
            <a:pPr algn="ctr"/>
            <a:r>
              <a:rPr lang="en-US" sz="1050" dirty="0"/>
              <a:t>Correlation of Forces and Means</a:t>
            </a:r>
          </a:p>
        </p:txBody>
      </p:sp>
      <p:sp>
        <p:nvSpPr>
          <p:cNvPr id="38" name="Rectangle 37">
            <a:extLst>
              <a:ext uri="{FF2B5EF4-FFF2-40B4-BE49-F238E27FC236}">
                <a16:creationId xmlns:a16="http://schemas.microsoft.com/office/drawing/2014/main" id="{D1C9A0EB-FFD5-F9DA-7359-9D4CCB16DB62}"/>
              </a:ext>
            </a:extLst>
          </p:cNvPr>
          <p:cNvSpPr/>
          <p:nvPr/>
        </p:nvSpPr>
        <p:spPr>
          <a:xfrm>
            <a:off x="10223508" y="4245517"/>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9" name="TextBox 38">
            <a:extLst>
              <a:ext uri="{FF2B5EF4-FFF2-40B4-BE49-F238E27FC236}">
                <a16:creationId xmlns:a16="http://schemas.microsoft.com/office/drawing/2014/main" id="{739402E1-8D54-8FA7-3BC1-CE49926BF219}"/>
              </a:ext>
            </a:extLst>
          </p:cNvPr>
          <p:cNvSpPr txBox="1"/>
          <p:nvPr/>
        </p:nvSpPr>
        <p:spPr>
          <a:xfrm>
            <a:off x="10282523" y="4441180"/>
            <a:ext cx="1658471" cy="253916"/>
          </a:xfrm>
          <a:prstGeom prst="rect">
            <a:avLst/>
          </a:prstGeom>
          <a:solidFill>
            <a:schemeClr val="bg1"/>
          </a:solidFill>
        </p:spPr>
        <p:txBody>
          <a:bodyPr wrap="square" rtlCol="0">
            <a:spAutoFit/>
          </a:bodyPr>
          <a:lstStyle/>
          <a:p>
            <a:pPr algn="ctr"/>
            <a:r>
              <a:rPr lang="en-US" sz="1050" dirty="0"/>
              <a:t>Identified Tasks</a:t>
            </a:r>
          </a:p>
        </p:txBody>
      </p:sp>
      <p:sp>
        <p:nvSpPr>
          <p:cNvPr id="146" name="Rectangle 145">
            <a:extLst>
              <a:ext uri="{FF2B5EF4-FFF2-40B4-BE49-F238E27FC236}">
                <a16:creationId xmlns:a16="http://schemas.microsoft.com/office/drawing/2014/main" id="{C505A89B-C0A8-8640-63C7-C30D99F696CA}"/>
              </a:ext>
            </a:extLst>
          </p:cNvPr>
          <p:cNvSpPr/>
          <p:nvPr/>
        </p:nvSpPr>
        <p:spPr>
          <a:xfrm>
            <a:off x="10047655" y="316868"/>
            <a:ext cx="2068164"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0CF2824F-F05F-9F46-7FCD-1AA13199ED67}"/>
              </a:ext>
            </a:extLst>
          </p:cNvPr>
          <p:cNvSpPr txBox="1"/>
          <p:nvPr/>
        </p:nvSpPr>
        <p:spPr>
          <a:xfrm>
            <a:off x="10044928" y="335483"/>
            <a:ext cx="2040809" cy="307777"/>
          </a:xfrm>
          <a:prstGeom prst="rect">
            <a:avLst/>
          </a:prstGeom>
          <a:noFill/>
        </p:spPr>
        <p:txBody>
          <a:bodyPr wrap="square" rtlCol="0">
            <a:spAutoFit/>
          </a:bodyPr>
          <a:lstStyle/>
          <a:p>
            <a:pPr algn="ctr"/>
            <a:r>
              <a:rPr lang="en-US" sz="1400" dirty="0">
                <a:solidFill>
                  <a:schemeClr val="tx2">
                    <a:lumMod val="75000"/>
                    <a:lumOff val="25000"/>
                  </a:schemeClr>
                </a:solidFill>
              </a:rPr>
              <a:t>Mission Analysis Steps</a:t>
            </a:r>
          </a:p>
        </p:txBody>
      </p:sp>
      <p:sp>
        <p:nvSpPr>
          <p:cNvPr id="8" name="Rectangle 7">
            <a:extLst>
              <a:ext uri="{FF2B5EF4-FFF2-40B4-BE49-F238E27FC236}">
                <a16:creationId xmlns:a16="http://schemas.microsoft.com/office/drawing/2014/main" id="{FD9FB468-F522-BE7F-B8F8-3CBD0712A1FB}"/>
              </a:ext>
            </a:extLst>
          </p:cNvPr>
          <p:cNvSpPr/>
          <p:nvPr/>
        </p:nvSpPr>
        <p:spPr>
          <a:xfrm>
            <a:off x="10201751" y="5002970"/>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 name="Rectangle 8">
            <a:extLst>
              <a:ext uri="{FF2B5EF4-FFF2-40B4-BE49-F238E27FC236}">
                <a16:creationId xmlns:a16="http://schemas.microsoft.com/office/drawing/2014/main" id="{5EF72C1C-3B57-AEB3-E19E-D9A5183FC041}"/>
              </a:ext>
            </a:extLst>
          </p:cNvPr>
          <p:cNvSpPr/>
          <p:nvPr/>
        </p:nvSpPr>
        <p:spPr>
          <a:xfrm>
            <a:off x="10223508" y="5794026"/>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 name="TextBox 9">
            <a:extLst>
              <a:ext uri="{FF2B5EF4-FFF2-40B4-BE49-F238E27FC236}">
                <a16:creationId xmlns:a16="http://schemas.microsoft.com/office/drawing/2014/main" id="{DD1FE282-8777-F388-EF64-0459E531C922}"/>
              </a:ext>
            </a:extLst>
          </p:cNvPr>
          <p:cNvSpPr txBox="1"/>
          <p:nvPr/>
        </p:nvSpPr>
        <p:spPr>
          <a:xfrm>
            <a:off x="10345186" y="5954202"/>
            <a:ext cx="1658471" cy="253916"/>
          </a:xfrm>
          <a:prstGeom prst="rect">
            <a:avLst/>
          </a:prstGeom>
          <a:noFill/>
        </p:spPr>
        <p:txBody>
          <a:bodyPr wrap="square" rtlCol="0">
            <a:spAutoFit/>
          </a:bodyPr>
          <a:lstStyle/>
          <a:p>
            <a:pPr algn="ctr"/>
            <a:r>
              <a:rPr lang="en-US" sz="1050" dirty="0"/>
              <a:t>Priorities</a:t>
            </a:r>
          </a:p>
        </p:txBody>
      </p:sp>
      <p:sp>
        <p:nvSpPr>
          <p:cNvPr id="11" name="TextBox 10">
            <a:extLst>
              <a:ext uri="{FF2B5EF4-FFF2-40B4-BE49-F238E27FC236}">
                <a16:creationId xmlns:a16="http://schemas.microsoft.com/office/drawing/2014/main" id="{55F6E30D-F2FA-5077-4622-E7C6F31497C1}"/>
              </a:ext>
            </a:extLst>
          </p:cNvPr>
          <p:cNvSpPr txBox="1"/>
          <p:nvPr/>
        </p:nvSpPr>
        <p:spPr>
          <a:xfrm>
            <a:off x="10345186" y="5084217"/>
            <a:ext cx="1658471" cy="415498"/>
          </a:xfrm>
          <a:prstGeom prst="rect">
            <a:avLst/>
          </a:prstGeom>
          <a:solidFill>
            <a:schemeClr val="bg1"/>
          </a:solidFill>
        </p:spPr>
        <p:txBody>
          <a:bodyPr wrap="square" rtlCol="0">
            <a:spAutoFit/>
          </a:bodyPr>
          <a:lstStyle/>
          <a:p>
            <a:pPr algn="ctr"/>
            <a:r>
              <a:rPr lang="en-US" sz="1050" dirty="0"/>
              <a:t>Commander’s intent and planning guidance</a:t>
            </a:r>
          </a:p>
        </p:txBody>
      </p:sp>
      <p:sp>
        <p:nvSpPr>
          <p:cNvPr id="37" name="Rectangle 36">
            <a:extLst>
              <a:ext uri="{FF2B5EF4-FFF2-40B4-BE49-F238E27FC236}">
                <a16:creationId xmlns:a16="http://schemas.microsoft.com/office/drawing/2014/main" id="{4E65B14B-F45A-1E32-5E9F-002A01D8A89A}"/>
              </a:ext>
            </a:extLst>
          </p:cNvPr>
          <p:cNvSpPr/>
          <p:nvPr/>
        </p:nvSpPr>
        <p:spPr>
          <a:xfrm>
            <a:off x="8511212" y="846534"/>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5" name="TextBox 14">
            <a:extLst>
              <a:ext uri="{FF2B5EF4-FFF2-40B4-BE49-F238E27FC236}">
                <a16:creationId xmlns:a16="http://schemas.microsoft.com/office/drawing/2014/main" id="{344D335D-1E79-A52E-67F2-7BEE4B5C7B88}"/>
              </a:ext>
            </a:extLst>
          </p:cNvPr>
          <p:cNvSpPr txBox="1"/>
          <p:nvPr/>
        </p:nvSpPr>
        <p:spPr>
          <a:xfrm>
            <a:off x="8511212" y="801531"/>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46" name="Rectangle 45">
            <a:extLst>
              <a:ext uri="{FF2B5EF4-FFF2-40B4-BE49-F238E27FC236}">
                <a16:creationId xmlns:a16="http://schemas.microsoft.com/office/drawing/2014/main" id="{C0074500-C95A-CE59-47BC-E66CBB14A9EF}"/>
              </a:ext>
            </a:extLst>
          </p:cNvPr>
          <p:cNvSpPr/>
          <p:nvPr/>
        </p:nvSpPr>
        <p:spPr>
          <a:xfrm>
            <a:off x="8511212" y="1489997"/>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8" name="Rectangle 47">
            <a:extLst>
              <a:ext uri="{FF2B5EF4-FFF2-40B4-BE49-F238E27FC236}">
                <a16:creationId xmlns:a16="http://schemas.microsoft.com/office/drawing/2014/main" id="{6A053304-3825-3D70-E4DF-F943BF695070}"/>
              </a:ext>
            </a:extLst>
          </p:cNvPr>
          <p:cNvSpPr/>
          <p:nvPr/>
        </p:nvSpPr>
        <p:spPr>
          <a:xfrm>
            <a:off x="8511212" y="2149482"/>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0" name="Rectangle 49">
            <a:extLst>
              <a:ext uri="{FF2B5EF4-FFF2-40B4-BE49-F238E27FC236}">
                <a16:creationId xmlns:a16="http://schemas.microsoft.com/office/drawing/2014/main" id="{0AE481E4-0A09-5093-1216-8C0EB6B7DC66}"/>
              </a:ext>
            </a:extLst>
          </p:cNvPr>
          <p:cNvSpPr/>
          <p:nvPr/>
        </p:nvSpPr>
        <p:spPr>
          <a:xfrm>
            <a:off x="8511212" y="3550202"/>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1" name="Rectangle 50">
            <a:extLst>
              <a:ext uri="{FF2B5EF4-FFF2-40B4-BE49-F238E27FC236}">
                <a16:creationId xmlns:a16="http://schemas.microsoft.com/office/drawing/2014/main" id="{6C8CCE5D-8303-3BB9-B6EC-898264E660E7}"/>
              </a:ext>
            </a:extLst>
          </p:cNvPr>
          <p:cNvSpPr/>
          <p:nvPr/>
        </p:nvSpPr>
        <p:spPr>
          <a:xfrm>
            <a:off x="8511212" y="4273063"/>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3" name="TextBox 52">
            <a:extLst>
              <a:ext uri="{FF2B5EF4-FFF2-40B4-BE49-F238E27FC236}">
                <a16:creationId xmlns:a16="http://schemas.microsoft.com/office/drawing/2014/main" id="{473B3A6D-F5FA-022F-BE82-679B89D7FD5C}"/>
              </a:ext>
            </a:extLst>
          </p:cNvPr>
          <p:cNvSpPr txBox="1"/>
          <p:nvPr/>
        </p:nvSpPr>
        <p:spPr>
          <a:xfrm>
            <a:off x="8511212" y="1517830"/>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54" name="TextBox 53">
            <a:extLst>
              <a:ext uri="{FF2B5EF4-FFF2-40B4-BE49-F238E27FC236}">
                <a16:creationId xmlns:a16="http://schemas.microsoft.com/office/drawing/2014/main" id="{3633A5CD-D6E4-E009-2E3A-C9A43490C3EA}"/>
              </a:ext>
            </a:extLst>
          </p:cNvPr>
          <p:cNvSpPr txBox="1"/>
          <p:nvPr/>
        </p:nvSpPr>
        <p:spPr>
          <a:xfrm>
            <a:off x="8511212" y="2132707"/>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56" name="TextBox 55">
            <a:extLst>
              <a:ext uri="{FF2B5EF4-FFF2-40B4-BE49-F238E27FC236}">
                <a16:creationId xmlns:a16="http://schemas.microsoft.com/office/drawing/2014/main" id="{A944A092-4363-233F-9B57-BAE9B614C08C}"/>
              </a:ext>
            </a:extLst>
          </p:cNvPr>
          <p:cNvSpPr txBox="1"/>
          <p:nvPr/>
        </p:nvSpPr>
        <p:spPr>
          <a:xfrm>
            <a:off x="8511212" y="3518268"/>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57" name="TextBox 56">
            <a:extLst>
              <a:ext uri="{FF2B5EF4-FFF2-40B4-BE49-F238E27FC236}">
                <a16:creationId xmlns:a16="http://schemas.microsoft.com/office/drawing/2014/main" id="{B78C2CC8-9627-ACBA-FE8B-4FB529EBDA49}"/>
              </a:ext>
            </a:extLst>
          </p:cNvPr>
          <p:cNvSpPr txBox="1"/>
          <p:nvPr/>
        </p:nvSpPr>
        <p:spPr>
          <a:xfrm>
            <a:off x="8511212" y="4277784"/>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59" name="Rectangle 58">
            <a:extLst>
              <a:ext uri="{FF2B5EF4-FFF2-40B4-BE49-F238E27FC236}">
                <a16:creationId xmlns:a16="http://schemas.microsoft.com/office/drawing/2014/main" id="{1DCAA8BE-BA93-C086-2EC9-4EF10B603E75}"/>
              </a:ext>
            </a:extLst>
          </p:cNvPr>
          <p:cNvSpPr/>
          <p:nvPr/>
        </p:nvSpPr>
        <p:spPr>
          <a:xfrm>
            <a:off x="8511212" y="5803325"/>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0" name="TextBox 59">
            <a:extLst>
              <a:ext uri="{FF2B5EF4-FFF2-40B4-BE49-F238E27FC236}">
                <a16:creationId xmlns:a16="http://schemas.microsoft.com/office/drawing/2014/main" id="{78A033B5-878C-6A7A-16E2-9DA92CEF87C6}"/>
              </a:ext>
            </a:extLst>
          </p:cNvPr>
          <p:cNvSpPr txBox="1"/>
          <p:nvPr/>
        </p:nvSpPr>
        <p:spPr>
          <a:xfrm>
            <a:off x="8511212" y="5796514"/>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61" name="Rectangle 60">
            <a:extLst>
              <a:ext uri="{FF2B5EF4-FFF2-40B4-BE49-F238E27FC236}">
                <a16:creationId xmlns:a16="http://schemas.microsoft.com/office/drawing/2014/main" id="{B3172571-8C72-031D-9CC1-2A7595B0A319}"/>
              </a:ext>
            </a:extLst>
          </p:cNvPr>
          <p:cNvSpPr/>
          <p:nvPr/>
        </p:nvSpPr>
        <p:spPr>
          <a:xfrm>
            <a:off x="6920129" y="831681"/>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3" name="Rectangle 62">
            <a:extLst>
              <a:ext uri="{FF2B5EF4-FFF2-40B4-BE49-F238E27FC236}">
                <a16:creationId xmlns:a16="http://schemas.microsoft.com/office/drawing/2014/main" id="{917E7021-57B1-2343-D807-BCB43606C6EC}"/>
              </a:ext>
            </a:extLst>
          </p:cNvPr>
          <p:cNvSpPr/>
          <p:nvPr/>
        </p:nvSpPr>
        <p:spPr>
          <a:xfrm>
            <a:off x="7084339" y="2177946"/>
            <a:ext cx="1238114"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4" name="TextBox 73">
            <a:extLst>
              <a:ext uri="{FF2B5EF4-FFF2-40B4-BE49-F238E27FC236}">
                <a16:creationId xmlns:a16="http://schemas.microsoft.com/office/drawing/2014/main" id="{5C328E38-5AD3-3F58-FD29-6155D6C5D72B}"/>
              </a:ext>
            </a:extLst>
          </p:cNvPr>
          <p:cNvSpPr txBox="1"/>
          <p:nvPr/>
        </p:nvSpPr>
        <p:spPr>
          <a:xfrm>
            <a:off x="6804477" y="1517830"/>
            <a:ext cx="1658471" cy="415498"/>
          </a:xfrm>
          <a:prstGeom prst="rect">
            <a:avLst/>
          </a:prstGeom>
          <a:noFill/>
        </p:spPr>
        <p:txBody>
          <a:bodyPr wrap="square" rtlCol="0">
            <a:spAutoFit/>
          </a:bodyPr>
          <a:lstStyle/>
          <a:p>
            <a:pPr algn="ctr"/>
            <a:r>
              <a:rPr lang="en-US" sz="1050" dirty="0"/>
              <a:t> higher HQs Mission</a:t>
            </a:r>
          </a:p>
          <a:p>
            <a:pPr algn="ctr"/>
            <a:r>
              <a:rPr lang="en-US" sz="1050" dirty="0"/>
              <a:t>(Generated)</a:t>
            </a:r>
          </a:p>
        </p:txBody>
      </p:sp>
      <p:sp>
        <p:nvSpPr>
          <p:cNvPr id="75" name="TextBox 74">
            <a:extLst>
              <a:ext uri="{FF2B5EF4-FFF2-40B4-BE49-F238E27FC236}">
                <a16:creationId xmlns:a16="http://schemas.microsoft.com/office/drawing/2014/main" id="{46CAAA24-A037-FAE5-675B-9AF27D0EB69D}"/>
              </a:ext>
            </a:extLst>
          </p:cNvPr>
          <p:cNvSpPr txBox="1"/>
          <p:nvPr/>
        </p:nvSpPr>
        <p:spPr>
          <a:xfrm>
            <a:off x="6992818" y="2272553"/>
            <a:ext cx="1473781" cy="415498"/>
          </a:xfrm>
          <a:prstGeom prst="rect">
            <a:avLst/>
          </a:prstGeom>
          <a:noFill/>
        </p:spPr>
        <p:txBody>
          <a:bodyPr wrap="square" rtlCol="0">
            <a:spAutoFit/>
          </a:bodyPr>
          <a:lstStyle/>
          <a:p>
            <a:pPr algn="ctr"/>
            <a:r>
              <a:rPr lang="en-US" sz="1050" dirty="0"/>
              <a:t>Higher HQs Mission (Generated)</a:t>
            </a:r>
          </a:p>
        </p:txBody>
      </p:sp>
      <p:sp>
        <p:nvSpPr>
          <p:cNvPr id="79" name="Rectangle 78">
            <a:extLst>
              <a:ext uri="{FF2B5EF4-FFF2-40B4-BE49-F238E27FC236}">
                <a16:creationId xmlns:a16="http://schemas.microsoft.com/office/drawing/2014/main" id="{C606C91A-2A68-0665-2C73-331B93EC9E07}"/>
              </a:ext>
            </a:extLst>
          </p:cNvPr>
          <p:cNvSpPr/>
          <p:nvPr/>
        </p:nvSpPr>
        <p:spPr>
          <a:xfrm>
            <a:off x="6941882" y="4262117"/>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82" name="Rectangle 81">
            <a:extLst>
              <a:ext uri="{FF2B5EF4-FFF2-40B4-BE49-F238E27FC236}">
                <a16:creationId xmlns:a16="http://schemas.microsoft.com/office/drawing/2014/main" id="{537708CE-D253-8BE4-A70D-061855043F02}"/>
              </a:ext>
            </a:extLst>
          </p:cNvPr>
          <p:cNvSpPr/>
          <p:nvPr/>
        </p:nvSpPr>
        <p:spPr>
          <a:xfrm>
            <a:off x="6941882" y="5810626"/>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85" name="Rectangle 84">
            <a:extLst>
              <a:ext uri="{FF2B5EF4-FFF2-40B4-BE49-F238E27FC236}">
                <a16:creationId xmlns:a16="http://schemas.microsoft.com/office/drawing/2014/main" id="{6BCEFE61-5746-8E71-4995-E42A97832C67}"/>
              </a:ext>
            </a:extLst>
          </p:cNvPr>
          <p:cNvSpPr/>
          <p:nvPr/>
        </p:nvSpPr>
        <p:spPr>
          <a:xfrm>
            <a:off x="5265185" y="824380"/>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87" name="Rectangle 86">
            <a:extLst>
              <a:ext uri="{FF2B5EF4-FFF2-40B4-BE49-F238E27FC236}">
                <a16:creationId xmlns:a16="http://schemas.microsoft.com/office/drawing/2014/main" id="{21F25BC2-A9FA-612D-BFFE-28DE9BAFD017}"/>
              </a:ext>
            </a:extLst>
          </p:cNvPr>
          <p:cNvSpPr/>
          <p:nvPr/>
        </p:nvSpPr>
        <p:spPr>
          <a:xfrm>
            <a:off x="5758001" y="2143530"/>
            <a:ext cx="1238114"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89" name="Rectangle 88">
            <a:extLst>
              <a:ext uri="{FF2B5EF4-FFF2-40B4-BE49-F238E27FC236}">
                <a16:creationId xmlns:a16="http://schemas.microsoft.com/office/drawing/2014/main" id="{41F48C69-BF63-869C-C2E2-489B50C84550}"/>
              </a:ext>
            </a:extLst>
          </p:cNvPr>
          <p:cNvSpPr/>
          <p:nvPr/>
        </p:nvSpPr>
        <p:spPr>
          <a:xfrm>
            <a:off x="8428489" y="2853429"/>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2" name="Rectangle 131">
            <a:extLst>
              <a:ext uri="{FF2B5EF4-FFF2-40B4-BE49-F238E27FC236}">
                <a16:creationId xmlns:a16="http://schemas.microsoft.com/office/drawing/2014/main" id="{EB3F54CA-53A8-8FF4-BA7E-82C7C16C36FC}"/>
              </a:ext>
            </a:extLst>
          </p:cNvPr>
          <p:cNvSpPr/>
          <p:nvPr/>
        </p:nvSpPr>
        <p:spPr>
          <a:xfrm>
            <a:off x="6931017" y="3552772"/>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8" name="Rectangle 137">
            <a:extLst>
              <a:ext uri="{FF2B5EF4-FFF2-40B4-BE49-F238E27FC236}">
                <a16:creationId xmlns:a16="http://schemas.microsoft.com/office/drawing/2014/main" id="{4BF744EF-1CB4-E1A3-3B90-C4B6F3AE9CA2}"/>
              </a:ext>
            </a:extLst>
          </p:cNvPr>
          <p:cNvSpPr/>
          <p:nvPr/>
        </p:nvSpPr>
        <p:spPr>
          <a:xfrm>
            <a:off x="5286938" y="4254816"/>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2" name="Rectangle 141">
            <a:extLst>
              <a:ext uri="{FF2B5EF4-FFF2-40B4-BE49-F238E27FC236}">
                <a16:creationId xmlns:a16="http://schemas.microsoft.com/office/drawing/2014/main" id="{A4937CFD-4AC3-BA78-AFA4-370A066B13C8}"/>
              </a:ext>
            </a:extLst>
          </p:cNvPr>
          <p:cNvSpPr/>
          <p:nvPr/>
        </p:nvSpPr>
        <p:spPr>
          <a:xfrm>
            <a:off x="8406732" y="5012269"/>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3" name="Rectangle 142">
            <a:extLst>
              <a:ext uri="{FF2B5EF4-FFF2-40B4-BE49-F238E27FC236}">
                <a16:creationId xmlns:a16="http://schemas.microsoft.com/office/drawing/2014/main" id="{93C8CC97-EAFA-7BAE-EA56-8F14E7228B1E}"/>
              </a:ext>
            </a:extLst>
          </p:cNvPr>
          <p:cNvSpPr/>
          <p:nvPr/>
        </p:nvSpPr>
        <p:spPr>
          <a:xfrm>
            <a:off x="5286938" y="5803325"/>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9" name="Rectangle 148">
            <a:extLst>
              <a:ext uri="{FF2B5EF4-FFF2-40B4-BE49-F238E27FC236}">
                <a16:creationId xmlns:a16="http://schemas.microsoft.com/office/drawing/2014/main" id="{5CFA5B20-45EC-F212-98CD-07379E78A0C7}"/>
              </a:ext>
            </a:extLst>
          </p:cNvPr>
          <p:cNvSpPr/>
          <p:nvPr/>
        </p:nvSpPr>
        <p:spPr>
          <a:xfrm>
            <a:off x="3523607" y="859353"/>
            <a:ext cx="1655442"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53" name="TextBox 152">
            <a:extLst>
              <a:ext uri="{FF2B5EF4-FFF2-40B4-BE49-F238E27FC236}">
                <a16:creationId xmlns:a16="http://schemas.microsoft.com/office/drawing/2014/main" id="{A5F5BB4E-8707-1BC6-76F7-95AA3F6AC04D}"/>
              </a:ext>
            </a:extLst>
          </p:cNvPr>
          <p:cNvSpPr txBox="1"/>
          <p:nvPr/>
        </p:nvSpPr>
        <p:spPr>
          <a:xfrm>
            <a:off x="3582983" y="699199"/>
            <a:ext cx="1523666" cy="738664"/>
          </a:xfrm>
          <a:prstGeom prst="rect">
            <a:avLst/>
          </a:prstGeom>
          <a:noFill/>
        </p:spPr>
        <p:txBody>
          <a:bodyPr wrap="square" rtlCol="0">
            <a:spAutoFit/>
          </a:bodyPr>
          <a:lstStyle/>
          <a:p>
            <a:pPr algn="ctr"/>
            <a:endParaRPr lang="en-US" sz="1050" dirty="0"/>
          </a:p>
          <a:p>
            <a:pPr algn="ctr"/>
            <a:r>
              <a:rPr lang="en-US" sz="1050" dirty="0"/>
              <a:t>Running Estimate</a:t>
            </a:r>
          </a:p>
          <a:p>
            <a:pPr algn="ctr"/>
            <a:r>
              <a:rPr lang="en-US" sz="1050" dirty="0"/>
              <a:t>(Uploads from each Info Force and Activity)</a:t>
            </a:r>
          </a:p>
        </p:txBody>
      </p:sp>
      <p:sp>
        <p:nvSpPr>
          <p:cNvPr id="157" name="Rectangle 156">
            <a:extLst>
              <a:ext uri="{FF2B5EF4-FFF2-40B4-BE49-F238E27FC236}">
                <a16:creationId xmlns:a16="http://schemas.microsoft.com/office/drawing/2014/main" id="{8D148BE2-7AE1-2535-C641-B0949F2CF65A}"/>
              </a:ext>
            </a:extLst>
          </p:cNvPr>
          <p:cNvSpPr/>
          <p:nvPr/>
        </p:nvSpPr>
        <p:spPr>
          <a:xfrm>
            <a:off x="5189439" y="3587745"/>
            <a:ext cx="1655442"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59" name="Rectangle 158">
            <a:extLst>
              <a:ext uri="{FF2B5EF4-FFF2-40B4-BE49-F238E27FC236}">
                <a16:creationId xmlns:a16="http://schemas.microsoft.com/office/drawing/2014/main" id="{5CEE93E0-67E3-B951-E3DF-39C33FACCEE6}"/>
              </a:ext>
            </a:extLst>
          </p:cNvPr>
          <p:cNvSpPr/>
          <p:nvPr/>
        </p:nvSpPr>
        <p:spPr>
          <a:xfrm>
            <a:off x="3545360" y="4289789"/>
            <a:ext cx="1655442"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62" name="Rectangle 161">
            <a:extLst>
              <a:ext uri="{FF2B5EF4-FFF2-40B4-BE49-F238E27FC236}">
                <a16:creationId xmlns:a16="http://schemas.microsoft.com/office/drawing/2014/main" id="{284E2000-DBC0-3B54-F700-C14D7F6F8EF7}"/>
              </a:ext>
            </a:extLst>
          </p:cNvPr>
          <p:cNvSpPr/>
          <p:nvPr/>
        </p:nvSpPr>
        <p:spPr>
          <a:xfrm>
            <a:off x="3545360" y="5838298"/>
            <a:ext cx="1655442"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65" name="TextBox 164">
            <a:extLst>
              <a:ext uri="{FF2B5EF4-FFF2-40B4-BE49-F238E27FC236}">
                <a16:creationId xmlns:a16="http://schemas.microsoft.com/office/drawing/2014/main" id="{EFC15BD6-7118-2461-2313-6D8252FD8C7B}"/>
              </a:ext>
            </a:extLst>
          </p:cNvPr>
          <p:cNvSpPr txBox="1"/>
          <p:nvPr/>
        </p:nvSpPr>
        <p:spPr>
          <a:xfrm>
            <a:off x="6728299" y="1037820"/>
            <a:ext cx="1658471" cy="415498"/>
          </a:xfrm>
          <a:prstGeom prst="rect">
            <a:avLst/>
          </a:prstGeom>
          <a:noFill/>
        </p:spPr>
        <p:txBody>
          <a:bodyPr wrap="square" rtlCol="0">
            <a:spAutoFit/>
          </a:bodyPr>
          <a:lstStyle/>
          <a:p>
            <a:pPr algn="ctr"/>
            <a:r>
              <a:rPr lang="en-US" sz="1050" dirty="0"/>
              <a:t> higher HQs Mission</a:t>
            </a:r>
          </a:p>
          <a:p>
            <a:pPr algn="ctr"/>
            <a:r>
              <a:rPr lang="en-US" sz="1050" dirty="0"/>
              <a:t>(Generated)</a:t>
            </a:r>
          </a:p>
        </p:txBody>
      </p:sp>
      <p:sp>
        <p:nvSpPr>
          <p:cNvPr id="167" name="TextBox 166">
            <a:extLst>
              <a:ext uri="{FF2B5EF4-FFF2-40B4-BE49-F238E27FC236}">
                <a16:creationId xmlns:a16="http://schemas.microsoft.com/office/drawing/2014/main" id="{245B22B4-5624-5E29-AF3E-52BBA4AE0E88}"/>
              </a:ext>
            </a:extLst>
          </p:cNvPr>
          <p:cNvSpPr txBox="1"/>
          <p:nvPr/>
        </p:nvSpPr>
        <p:spPr>
          <a:xfrm>
            <a:off x="6900679" y="4333817"/>
            <a:ext cx="1658471" cy="415498"/>
          </a:xfrm>
          <a:prstGeom prst="rect">
            <a:avLst/>
          </a:prstGeom>
          <a:noFill/>
        </p:spPr>
        <p:txBody>
          <a:bodyPr wrap="square" rtlCol="0">
            <a:spAutoFit/>
          </a:bodyPr>
          <a:lstStyle/>
          <a:p>
            <a:pPr algn="ctr"/>
            <a:r>
              <a:rPr lang="en-US" sz="1050" dirty="0"/>
              <a:t>Higher HQs Mission (Generated)</a:t>
            </a:r>
          </a:p>
        </p:txBody>
      </p:sp>
      <p:sp>
        <p:nvSpPr>
          <p:cNvPr id="168" name="TextBox 167">
            <a:extLst>
              <a:ext uri="{FF2B5EF4-FFF2-40B4-BE49-F238E27FC236}">
                <a16:creationId xmlns:a16="http://schemas.microsoft.com/office/drawing/2014/main" id="{090FA24C-FFFC-9785-E415-DB5482D1ADE8}"/>
              </a:ext>
            </a:extLst>
          </p:cNvPr>
          <p:cNvSpPr txBox="1"/>
          <p:nvPr/>
        </p:nvSpPr>
        <p:spPr>
          <a:xfrm>
            <a:off x="6867128" y="5904848"/>
            <a:ext cx="1658471" cy="415498"/>
          </a:xfrm>
          <a:prstGeom prst="rect">
            <a:avLst/>
          </a:prstGeom>
          <a:noFill/>
        </p:spPr>
        <p:txBody>
          <a:bodyPr wrap="square" rtlCol="0">
            <a:spAutoFit/>
          </a:bodyPr>
          <a:lstStyle/>
          <a:p>
            <a:pPr algn="ctr"/>
            <a:r>
              <a:rPr lang="en-US" sz="1050" dirty="0"/>
              <a:t>Higher HQs Mission (Generated)</a:t>
            </a:r>
          </a:p>
        </p:txBody>
      </p:sp>
      <p:sp>
        <p:nvSpPr>
          <p:cNvPr id="169" name="TextBox 168">
            <a:extLst>
              <a:ext uri="{FF2B5EF4-FFF2-40B4-BE49-F238E27FC236}">
                <a16:creationId xmlns:a16="http://schemas.microsoft.com/office/drawing/2014/main" id="{D81DAFE3-29FB-22A5-3FD3-50337A0A13B4}"/>
              </a:ext>
            </a:extLst>
          </p:cNvPr>
          <p:cNvSpPr txBox="1"/>
          <p:nvPr/>
        </p:nvSpPr>
        <p:spPr>
          <a:xfrm>
            <a:off x="5274239" y="936854"/>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71" name="Rectangle 170">
            <a:extLst>
              <a:ext uri="{FF2B5EF4-FFF2-40B4-BE49-F238E27FC236}">
                <a16:creationId xmlns:a16="http://schemas.microsoft.com/office/drawing/2014/main" id="{EB42BA05-C355-503B-D5F8-95DC7C430FC0}"/>
              </a:ext>
            </a:extLst>
          </p:cNvPr>
          <p:cNvSpPr/>
          <p:nvPr/>
        </p:nvSpPr>
        <p:spPr>
          <a:xfrm>
            <a:off x="5283980" y="1482301"/>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72" name="TextBox 171">
            <a:extLst>
              <a:ext uri="{FF2B5EF4-FFF2-40B4-BE49-F238E27FC236}">
                <a16:creationId xmlns:a16="http://schemas.microsoft.com/office/drawing/2014/main" id="{E2CFC0DB-1E1F-62A3-76D9-72CAA6161723}"/>
              </a:ext>
            </a:extLst>
          </p:cNvPr>
          <p:cNvSpPr txBox="1"/>
          <p:nvPr/>
        </p:nvSpPr>
        <p:spPr>
          <a:xfrm>
            <a:off x="5293034" y="1594775"/>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73" name="TextBox 172">
            <a:extLst>
              <a:ext uri="{FF2B5EF4-FFF2-40B4-BE49-F238E27FC236}">
                <a16:creationId xmlns:a16="http://schemas.microsoft.com/office/drawing/2014/main" id="{7D2266C4-BA01-8637-7C9E-F9C53BBF7414}"/>
              </a:ext>
            </a:extLst>
          </p:cNvPr>
          <p:cNvSpPr txBox="1"/>
          <p:nvPr/>
        </p:nvSpPr>
        <p:spPr>
          <a:xfrm>
            <a:off x="5660903" y="2281869"/>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74" name="TextBox 173">
            <a:extLst>
              <a:ext uri="{FF2B5EF4-FFF2-40B4-BE49-F238E27FC236}">
                <a16:creationId xmlns:a16="http://schemas.microsoft.com/office/drawing/2014/main" id="{0D66CAEF-5185-925A-9730-1E866E79C086}"/>
              </a:ext>
            </a:extLst>
          </p:cNvPr>
          <p:cNvSpPr txBox="1"/>
          <p:nvPr/>
        </p:nvSpPr>
        <p:spPr>
          <a:xfrm>
            <a:off x="8369943" y="2945079"/>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75" name="TextBox 174">
            <a:extLst>
              <a:ext uri="{FF2B5EF4-FFF2-40B4-BE49-F238E27FC236}">
                <a16:creationId xmlns:a16="http://schemas.microsoft.com/office/drawing/2014/main" id="{FC64D0F9-FC93-FFAB-3191-39F5EE6E0130}"/>
              </a:ext>
            </a:extLst>
          </p:cNvPr>
          <p:cNvSpPr txBox="1"/>
          <p:nvPr/>
        </p:nvSpPr>
        <p:spPr>
          <a:xfrm>
            <a:off x="6930831" y="3645341"/>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76" name="TextBox 175">
            <a:extLst>
              <a:ext uri="{FF2B5EF4-FFF2-40B4-BE49-F238E27FC236}">
                <a16:creationId xmlns:a16="http://schemas.microsoft.com/office/drawing/2014/main" id="{AAB3758D-42AD-5DBC-8B11-CA05B82A0E0D}"/>
              </a:ext>
            </a:extLst>
          </p:cNvPr>
          <p:cNvSpPr txBox="1"/>
          <p:nvPr/>
        </p:nvSpPr>
        <p:spPr>
          <a:xfrm>
            <a:off x="5293768" y="4344865"/>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77" name="TextBox 176">
            <a:extLst>
              <a:ext uri="{FF2B5EF4-FFF2-40B4-BE49-F238E27FC236}">
                <a16:creationId xmlns:a16="http://schemas.microsoft.com/office/drawing/2014/main" id="{8D9AEE6F-ED05-2AC5-92BA-E28344439896}"/>
              </a:ext>
            </a:extLst>
          </p:cNvPr>
          <p:cNvSpPr txBox="1"/>
          <p:nvPr/>
        </p:nvSpPr>
        <p:spPr>
          <a:xfrm>
            <a:off x="8392728" y="5079541"/>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78" name="TextBox 177">
            <a:extLst>
              <a:ext uri="{FF2B5EF4-FFF2-40B4-BE49-F238E27FC236}">
                <a16:creationId xmlns:a16="http://schemas.microsoft.com/office/drawing/2014/main" id="{A489E97A-3891-DE20-2410-CF033444BE2C}"/>
              </a:ext>
            </a:extLst>
          </p:cNvPr>
          <p:cNvSpPr txBox="1"/>
          <p:nvPr/>
        </p:nvSpPr>
        <p:spPr>
          <a:xfrm>
            <a:off x="5265182" y="5895549"/>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79" name="TextBox 178">
            <a:extLst>
              <a:ext uri="{FF2B5EF4-FFF2-40B4-BE49-F238E27FC236}">
                <a16:creationId xmlns:a16="http://schemas.microsoft.com/office/drawing/2014/main" id="{25ABDE98-C95C-0DA4-2A1A-07650A8F2576}"/>
              </a:ext>
            </a:extLst>
          </p:cNvPr>
          <p:cNvSpPr txBox="1"/>
          <p:nvPr/>
        </p:nvSpPr>
        <p:spPr>
          <a:xfrm>
            <a:off x="5266473" y="3441235"/>
            <a:ext cx="1523666" cy="738664"/>
          </a:xfrm>
          <a:prstGeom prst="rect">
            <a:avLst/>
          </a:prstGeom>
          <a:noFill/>
        </p:spPr>
        <p:txBody>
          <a:bodyPr wrap="square" rtlCol="0">
            <a:spAutoFit/>
          </a:bodyPr>
          <a:lstStyle/>
          <a:p>
            <a:pPr algn="ctr"/>
            <a:endParaRPr lang="en-US" sz="1050" dirty="0"/>
          </a:p>
          <a:p>
            <a:pPr algn="ctr"/>
            <a:r>
              <a:rPr lang="en-US" sz="1050" dirty="0"/>
              <a:t>Running Estimate</a:t>
            </a:r>
          </a:p>
          <a:p>
            <a:pPr algn="ctr"/>
            <a:r>
              <a:rPr lang="en-US" sz="1050" dirty="0"/>
              <a:t>(Uploads from each Info Force and Activity)</a:t>
            </a:r>
          </a:p>
        </p:txBody>
      </p:sp>
      <p:sp>
        <p:nvSpPr>
          <p:cNvPr id="180" name="TextBox 179">
            <a:extLst>
              <a:ext uri="{FF2B5EF4-FFF2-40B4-BE49-F238E27FC236}">
                <a16:creationId xmlns:a16="http://schemas.microsoft.com/office/drawing/2014/main" id="{C42630DA-03DD-4A25-46C8-D272A240B349}"/>
              </a:ext>
            </a:extLst>
          </p:cNvPr>
          <p:cNvSpPr txBox="1"/>
          <p:nvPr/>
        </p:nvSpPr>
        <p:spPr>
          <a:xfrm>
            <a:off x="3627931" y="4168934"/>
            <a:ext cx="1523666" cy="738664"/>
          </a:xfrm>
          <a:prstGeom prst="rect">
            <a:avLst/>
          </a:prstGeom>
          <a:noFill/>
        </p:spPr>
        <p:txBody>
          <a:bodyPr wrap="square" rtlCol="0">
            <a:spAutoFit/>
          </a:bodyPr>
          <a:lstStyle/>
          <a:p>
            <a:pPr algn="ctr"/>
            <a:endParaRPr lang="en-US" sz="1050" dirty="0"/>
          </a:p>
          <a:p>
            <a:pPr algn="ctr"/>
            <a:r>
              <a:rPr lang="en-US" sz="1050" dirty="0"/>
              <a:t>Running Estimate</a:t>
            </a:r>
          </a:p>
          <a:p>
            <a:pPr algn="ctr"/>
            <a:r>
              <a:rPr lang="en-US" sz="1050" dirty="0"/>
              <a:t>(Uploads from each Info Force and Activity)</a:t>
            </a:r>
          </a:p>
        </p:txBody>
      </p:sp>
      <p:sp>
        <p:nvSpPr>
          <p:cNvPr id="181" name="TextBox 180">
            <a:extLst>
              <a:ext uri="{FF2B5EF4-FFF2-40B4-BE49-F238E27FC236}">
                <a16:creationId xmlns:a16="http://schemas.microsoft.com/office/drawing/2014/main" id="{801801EC-E6D5-9EA6-B480-14F7673C0C4F}"/>
              </a:ext>
            </a:extLst>
          </p:cNvPr>
          <p:cNvSpPr txBox="1"/>
          <p:nvPr/>
        </p:nvSpPr>
        <p:spPr>
          <a:xfrm>
            <a:off x="3629448" y="5704181"/>
            <a:ext cx="1523666" cy="738664"/>
          </a:xfrm>
          <a:prstGeom prst="rect">
            <a:avLst/>
          </a:prstGeom>
          <a:noFill/>
        </p:spPr>
        <p:txBody>
          <a:bodyPr wrap="square" rtlCol="0">
            <a:spAutoFit/>
          </a:bodyPr>
          <a:lstStyle/>
          <a:p>
            <a:pPr algn="ctr"/>
            <a:endParaRPr lang="en-US" sz="1050" dirty="0"/>
          </a:p>
          <a:p>
            <a:pPr algn="ctr"/>
            <a:r>
              <a:rPr lang="en-US" sz="1050" dirty="0"/>
              <a:t>Running Estimate</a:t>
            </a:r>
          </a:p>
          <a:p>
            <a:pPr algn="ctr"/>
            <a:r>
              <a:rPr lang="en-US" sz="1050" dirty="0"/>
              <a:t>(Uploads from each Info Force and Activity)</a:t>
            </a:r>
          </a:p>
        </p:txBody>
      </p:sp>
      <p:sp>
        <p:nvSpPr>
          <p:cNvPr id="182" name="Rectangle 181">
            <a:extLst>
              <a:ext uri="{FF2B5EF4-FFF2-40B4-BE49-F238E27FC236}">
                <a16:creationId xmlns:a16="http://schemas.microsoft.com/office/drawing/2014/main" id="{1F4CF58B-9581-0ED1-D104-E2E803EAC594}"/>
              </a:ext>
            </a:extLst>
          </p:cNvPr>
          <p:cNvSpPr/>
          <p:nvPr/>
        </p:nvSpPr>
        <p:spPr>
          <a:xfrm>
            <a:off x="2181882" y="863066"/>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4" name="Rectangle 183">
            <a:extLst>
              <a:ext uri="{FF2B5EF4-FFF2-40B4-BE49-F238E27FC236}">
                <a16:creationId xmlns:a16="http://schemas.microsoft.com/office/drawing/2014/main" id="{63F533EA-C401-17C8-0F89-138B970E6DE2}"/>
              </a:ext>
            </a:extLst>
          </p:cNvPr>
          <p:cNvSpPr/>
          <p:nvPr/>
        </p:nvSpPr>
        <p:spPr>
          <a:xfrm>
            <a:off x="7056288" y="2892115"/>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5" name="Rectangle 184">
            <a:extLst>
              <a:ext uri="{FF2B5EF4-FFF2-40B4-BE49-F238E27FC236}">
                <a16:creationId xmlns:a16="http://schemas.microsoft.com/office/drawing/2014/main" id="{5913E3D4-4752-07E3-98AA-7D9DD2C6E8D8}"/>
              </a:ext>
            </a:extLst>
          </p:cNvPr>
          <p:cNvSpPr/>
          <p:nvPr/>
        </p:nvSpPr>
        <p:spPr>
          <a:xfrm>
            <a:off x="3847714" y="3591458"/>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6" name="Rectangle 185">
            <a:extLst>
              <a:ext uri="{FF2B5EF4-FFF2-40B4-BE49-F238E27FC236}">
                <a16:creationId xmlns:a16="http://schemas.microsoft.com/office/drawing/2014/main" id="{AC039FA9-6470-3BE3-AAD7-5E96425D7AEB}"/>
              </a:ext>
            </a:extLst>
          </p:cNvPr>
          <p:cNvSpPr/>
          <p:nvPr/>
        </p:nvSpPr>
        <p:spPr>
          <a:xfrm>
            <a:off x="2203635" y="4293502"/>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8" name="Rectangle 187">
            <a:extLst>
              <a:ext uri="{FF2B5EF4-FFF2-40B4-BE49-F238E27FC236}">
                <a16:creationId xmlns:a16="http://schemas.microsoft.com/office/drawing/2014/main" id="{0DBEBDE7-8605-BB6D-4A8E-23392C9B5FA8}"/>
              </a:ext>
            </a:extLst>
          </p:cNvPr>
          <p:cNvSpPr/>
          <p:nvPr/>
        </p:nvSpPr>
        <p:spPr>
          <a:xfrm>
            <a:off x="2203635" y="5842011"/>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00" name="TextBox 199">
            <a:extLst>
              <a:ext uri="{FF2B5EF4-FFF2-40B4-BE49-F238E27FC236}">
                <a16:creationId xmlns:a16="http://schemas.microsoft.com/office/drawing/2014/main" id="{39B8DBF5-EB80-8B74-90A1-C4C4502069B9}"/>
              </a:ext>
            </a:extLst>
          </p:cNvPr>
          <p:cNvSpPr txBox="1"/>
          <p:nvPr/>
        </p:nvSpPr>
        <p:spPr>
          <a:xfrm>
            <a:off x="2282421" y="945921"/>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36" name="Rectangle 235">
            <a:extLst>
              <a:ext uri="{FF2B5EF4-FFF2-40B4-BE49-F238E27FC236}">
                <a16:creationId xmlns:a16="http://schemas.microsoft.com/office/drawing/2014/main" id="{68F3F81E-C7C4-2255-BD9E-49C2BCC2016B}"/>
              </a:ext>
            </a:extLst>
          </p:cNvPr>
          <p:cNvSpPr/>
          <p:nvPr/>
        </p:nvSpPr>
        <p:spPr>
          <a:xfrm>
            <a:off x="768043" y="859353"/>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37" name="Rectangle 236">
            <a:extLst>
              <a:ext uri="{FF2B5EF4-FFF2-40B4-BE49-F238E27FC236}">
                <a16:creationId xmlns:a16="http://schemas.microsoft.com/office/drawing/2014/main" id="{93E723F4-9582-FACF-052B-D08554C8C76C}"/>
              </a:ext>
            </a:extLst>
          </p:cNvPr>
          <p:cNvSpPr/>
          <p:nvPr/>
        </p:nvSpPr>
        <p:spPr>
          <a:xfrm>
            <a:off x="4417551" y="2152244"/>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0" name="Rectangle 239">
            <a:extLst>
              <a:ext uri="{FF2B5EF4-FFF2-40B4-BE49-F238E27FC236}">
                <a16:creationId xmlns:a16="http://schemas.microsoft.com/office/drawing/2014/main" id="{EB88BE5C-FE7C-39ED-BFE3-778AABB67DD2}"/>
              </a:ext>
            </a:extLst>
          </p:cNvPr>
          <p:cNvSpPr/>
          <p:nvPr/>
        </p:nvSpPr>
        <p:spPr>
          <a:xfrm>
            <a:off x="789796" y="4289789"/>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1" name="Rectangle 240">
            <a:extLst>
              <a:ext uri="{FF2B5EF4-FFF2-40B4-BE49-F238E27FC236}">
                <a16:creationId xmlns:a16="http://schemas.microsoft.com/office/drawing/2014/main" id="{E84C09E7-C0B7-5678-CC82-6C3A1C88F692}"/>
              </a:ext>
            </a:extLst>
          </p:cNvPr>
          <p:cNvSpPr/>
          <p:nvPr/>
        </p:nvSpPr>
        <p:spPr>
          <a:xfrm>
            <a:off x="6987766" y="5047242"/>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2" name="Rectangle 241">
            <a:extLst>
              <a:ext uri="{FF2B5EF4-FFF2-40B4-BE49-F238E27FC236}">
                <a16:creationId xmlns:a16="http://schemas.microsoft.com/office/drawing/2014/main" id="{FB2524E9-F9A0-0AC1-DC46-CF81728699BE}"/>
              </a:ext>
            </a:extLst>
          </p:cNvPr>
          <p:cNvSpPr/>
          <p:nvPr/>
        </p:nvSpPr>
        <p:spPr>
          <a:xfrm>
            <a:off x="789796" y="5838298"/>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4" name="TextBox 243">
            <a:extLst>
              <a:ext uri="{FF2B5EF4-FFF2-40B4-BE49-F238E27FC236}">
                <a16:creationId xmlns:a16="http://schemas.microsoft.com/office/drawing/2014/main" id="{74F499C3-460B-F5CD-D648-B6E389B2EBC9}"/>
              </a:ext>
            </a:extLst>
          </p:cNvPr>
          <p:cNvSpPr txBox="1"/>
          <p:nvPr/>
        </p:nvSpPr>
        <p:spPr>
          <a:xfrm>
            <a:off x="868582" y="942208"/>
            <a:ext cx="1149236" cy="577081"/>
          </a:xfrm>
          <a:prstGeom prst="rect">
            <a:avLst/>
          </a:prstGeom>
          <a:noFill/>
        </p:spPr>
        <p:txBody>
          <a:bodyPr wrap="square" rtlCol="0">
            <a:spAutoFit/>
          </a:bodyPr>
          <a:lstStyle/>
          <a:p>
            <a:pPr algn="ctr"/>
            <a:r>
              <a:rPr lang="en-US" sz="1050" dirty="0"/>
              <a:t>CDRs standing orders and guidance</a:t>
            </a:r>
          </a:p>
        </p:txBody>
      </p:sp>
      <p:sp>
        <p:nvSpPr>
          <p:cNvPr id="245" name="TextBox 244">
            <a:extLst>
              <a:ext uri="{FF2B5EF4-FFF2-40B4-BE49-F238E27FC236}">
                <a16:creationId xmlns:a16="http://schemas.microsoft.com/office/drawing/2014/main" id="{888935A7-9EC2-10D5-EE18-18B223E1B9E8}"/>
              </a:ext>
            </a:extLst>
          </p:cNvPr>
          <p:cNvSpPr txBox="1"/>
          <p:nvPr/>
        </p:nvSpPr>
        <p:spPr>
          <a:xfrm>
            <a:off x="7116944" y="2864154"/>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46" name="TextBox 245">
            <a:extLst>
              <a:ext uri="{FF2B5EF4-FFF2-40B4-BE49-F238E27FC236}">
                <a16:creationId xmlns:a16="http://schemas.microsoft.com/office/drawing/2014/main" id="{C4E9B49B-1A80-9749-615D-EF8B4DC2EF58}"/>
              </a:ext>
            </a:extLst>
          </p:cNvPr>
          <p:cNvSpPr txBox="1"/>
          <p:nvPr/>
        </p:nvSpPr>
        <p:spPr>
          <a:xfrm>
            <a:off x="3811209" y="3608821"/>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47" name="TextBox 246">
            <a:extLst>
              <a:ext uri="{FF2B5EF4-FFF2-40B4-BE49-F238E27FC236}">
                <a16:creationId xmlns:a16="http://schemas.microsoft.com/office/drawing/2014/main" id="{B085FA28-0C70-BEF6-FCF3-6587C1F64020}"/>
              </a:ext>
            </a:extLst>
          </p:cNvPr>
          <p:cNvSpPr txBox="1"/>
          <p:nvPr/>
        </p:nvSpPr>
        <p:spPr>
          <a:xfrm>
            <a:off x="2226792" y="4315217"/>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48" name="TextBox 247">
            <a:extLst>
              <a:ext uri="{FF2B5EF4-FFF2-40B4-BE49-F238E27FC236}">
                <a16:creationId xmlns:a16="http://schemas.microsoft.com/office/drawing/2014/main" id="{775A029F-B607-4BA0-F2AE-FAC29F14D78D}"/>
              </a:ext>
            </a:extLst>
          </p:cNvPr>
          <p:cNvSpPr txBox="1"/>
          <p:nvPr/>
        </p:nvSpPr>
        <p:spPr>
          <a:xfrm>
            <a:off x="2244874" y="5862413"/>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49" name="TextBox 248">
            <a:extLst>
              <a:ext uri="{FF2B5EF4-FFF2-40B4-BE49-F238E27FC236}">
                <a16:creationId xmlns:a16="http://schemas.microsoft.com/office/drawing/2014/main" id="{47CD1C75-8512-B331-EFBD-5CC6B476CE73}"/>
              </a:ext>
            </a:extLst>
          </p:cNvPr>
          <p:cNvSpPr txBox="1"/>
          <p:nvPr/>
        </p:nvSpPr>
        <p:spPr>
          <a:xfrm>
            <a:off x="4550321" y="2141477"/>
            <a:ext cx="1149236" cy="577081"/>
          </a:xfrm>
          <a:prstGeom prst="rect">
            <a:avLst/>
          </a:prstGeom>
          <a:noFill/>
        </p:spPr>
        <p:txBody>
          <a:bodyPr wrap="square" rtlCol="0">
            <a:spAutoFit/>
          </a:bodyPr>
          <a:lstStyle/>
          <a:p>
            <a:pPr algn="ctr"/>
            <a:r>
              <a:rPr lang="en-US" sz="1050" dirty="0"/>
              <a:t>CDRs standing orders and guidance</a:t>
            </a:r>
          </a:p>
        </p:txBody>
      </p:sp>
      <p:sp>
        <p:nvSpPr>
          <p:cNvPr id="250" name="TextBox 249">
            <a:extLst>
              <a:ext uri="{FF2B5EF4-FFF2-40B4-BE49-F238E27FC236}">
                <a16:creationId xmlns:a16="http://schemas.microsoft.com/office/drawing/2014/main" id="{A8E11D04-2C6D-E3A4-F458-14823DC90315}"/>
              </a:ext>
            </a:extLst>
          </p:cNvPr>
          <p:cNvSpPr txBox="1"/>
          <p:nvPr/>
        </p:nvSpPr>
        <p:spPr>
          <a:xfrm>
            <a:off x="867432" y="4287671"/>
            <a:ext cx="1149236" cy="577081"/>
          </a:xfrm>
          <a:prstGeom prst="rect">
            <a:avLst/>
          </a:prstGeom>
          <a:noFill/>
        </p:spPr>
        <p:txBody>
          <a:bodyPr wrap="square" rtlCol="0">
            <a:spAutoFit/>
          </a:bodyPr>
          <a:lstStyle/>
          <a:p>
            <a:pPr algn="ctr"/>
            <a:r>
              <a:rPr lang="en-US" sz="1050" dirty="0"/>
              <a:t>CDRs standing orders and guidance</a:t>
            </a:r>
          </a:p>
        </p:txBody>
      </p:sp>
      <p:sp>
        <p:nvSpPr>
          <p:cNvPr id="251" name="TextBox 250">
            <a:extLst>
              <a:ext uri="{FF2B5EF4-FFF2-40B4-BE49-F238E27FC236}">
                <a16:creationId xmlns:a16="http://schemas.microsoft.com/office/drawing/2014/main" id="{AFC4F832-A69E-C858-6ECF-9E9406B321D8}"/>
              </a:ext>
            </a:extLst>
          </p:cNvPr>
          <p:cNvSpPr txBox="1"/>
          <p:nvPr/>
        </p:nvSpPr>
        <p:spPr>
          <a:xfrm>
            <a:off x="7013669" y="5056728"/>
            <a:ext cx="1149236" cy="577081"/>
          </a:xfrm>
          <a:prstGeom prst="rect">
            <a:avLst/>
          </a:prstGeom>
          <a:noFill/>
        </p:spPr>
        <p:txBody>
          <a:bodyPr wrap="square" rtlCol="0">
            <a:spAutoFit/>
          </a:bodyPr>
          <a:lstStyle/>
          <a:p>
            <a:pPr algn="ctr"/>
            <a:r>
              <a:rPr lang="en-US" sz="1050" dirty="0"/>
              <a:t>CDRs standing orders and guidance</a:t>
            </a:r>
          </a:p>
        </p:txBody>
      </p:sp>
      <p:sp>
        <p:nvSpPr>
          <p:cNvPr id="252" name="TextBox 251">
            <a:extLst>
              <a:ext uri="{FF2B5EF4-FFF2-40B4-BE49-F238E27FC236}">
                <a16:creationId xmlns:a16="http://schemas.microsoft.com/office/drawing/2014/main" id="{C3F37E14-63F2-89C3-D91F-6DCE038D89E1}"/>
              </a:ext>
            </a:extLst>
          </p:cNvPr>
          <p:cNvSpPr txBox="1"/>
          <p:nvPr/>
        </p:nvSpPr>
        <p:spPr>
          <a:xfrm>
            <a:off x="825007" y="5895549"/>
            <a:ext cx="1149236" cy="577081"/>
          </a:xfrm>
          <a:prstGeom prst="rect">
            <a:avLst/>
          </a:prstGeom>
          <a:noFill/>
        </p:spPr>
        <p:txBody>
          <a:bodyPr wrap="square" rtlCol="0">
            <a:spAutoFit/>
          </a:bodyPr>
          <a:lstStyle/>
          <a:p>
            <a:pPr algn="ctr"/>
            <a:r>
              <a:rPr lang="en-US" sz="1050" dirty="0"/>
              <a:t>CDRs standing orders and guidance</a:t>
            </a:r>
          </a:p>
        </p:txBody>
      </p:sp>
      <p:sp>
        <p:nvSpPr>
          <p:cNvPr id="12" name="Rectangle 11">
            <a:extLst>
              <a:ext uri="{FF2B5EF4-FFF2-40B4-BE49-F238E27FC236}">
                <a16:creationId xmlns:a16="http://schemas.microsoft.com/office/drawing/2014/main" id="{E4BA4A81-7AA4-6BBC-47F4-8F0137F4F501}"/>
              </a:ext>
            </a:extLst>
          </p:cNvPr>
          <p:cNvSpPr/>
          <p:nvPr/>
        </p:nvSpPr>
        <p:spPr>
          <a:xfrm>
            <a:off x="2692252" y="2152863"/>
            <a:ext cx="1655442"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2" name="TextBox 21">
            <a:extLst>
              <a:ext uri="{FF2B5EF4-FFF2-40B4-BE49-F238E27FC236}">
                <a16:creationId xmlns:a16="http://schemas.microsoft.com/office/drawing/2014/main" id="{3932B410-97E9-4070-2694-BD5703386AE1}"/>
              </a:ext>
            </a:extLst>
          </p:cNvPr>
          <p:cNvSpPr txBox="1"/>
          <p:nvPr/>
        </p:nvSpPr>
        <p:spPr>
          <a:xfrm>
            <a:off x="2751628" y="1992709"/>
            <a:ext cx="1523666" cy="738664"/>
          </a:xfrm>
          <a:prstGeom prst="rect">
            <a:avLst/>
          </a:prstGeom>
          <a:noFill/>
        </p:spPr>
        <p:txBody>
          <a:bodyPr wrap="square" rtlCol="0">
            <a:spAutoFit/>
          </a:bodyPr>
          <a:lstStyle/>
          <a:p>
            <a:pPr algn="ctr"/>
            <a:endParaRPr lang="en-US" sz="1050" dirty="0"/>
          </a:p>
          <a:p>
            <a:pPr algn="ctr"/>
            <a:r>
              <a:rPr lang="en-US" sz="1050" dirty="0"/>
              <a:t>Running Estimate</a:t>
            </a:r>
          </a:p>
          <a:p>
            <a:pPr algn="ctr"/>
            <a:r>
              <a:rPr lang="en-US" sz="1050" dirty="0"/>
              <a:t>(Uploads from each Info Force and Activity)</a:t>
            </a:r>
          </a:p>
        </p:txBody>
      </p:sp>
      <p:sp>
        <p:nvSpPr>
          <p:cNvPr id="25" name="Rectangle 24">
            <a:extLst>
              <a:ext uri="{FF2B5EF4-FFF2-40B4-BE49-F238E27FC236}">
                <a16:creationId xmlns:a16="http://schemas.microsoft.com/office/drawing/2014/main" id="{39DF5229-0895-2B1E-6595-AB22EAA4B13F}"/>
              </a:ext>
            </a:extLst>
          </p:cNvPr>
          <p:cNvSpPr/>
          <p:nvPr/>
        </p:nvSpPr>
        <p:spPr>
          <a:xfrm>
            <a:off x="1370521" y="2155405"/>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6" name="TextBox 25">
            <a:extLst>
              <a:ext uri="{FF2B5EF4-FFF2-40B4-BE49-F238E27FC236}">
                <a16:creationId xmlns:a16="http://schemas.microsoft.com/office/drawing/2014/main" id="{96885A27-006D-5A64-50EF-DF33C5335DFD}"/>
              </a:ext>
            </a:extLst>
          </p:cNvPr>
          <p:cNvSpPr txBox="1"/>
          <p:nvPr/>
        </p:nvSpPr>
        <p:spPr>
          <a:xfrm>
            <a:off x="1320100" y="2164606"/>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8" name="Rectangle 27">
            <a:extLst>
              <a:ext uri="{FF2B5EF4-FFF2-40B4-BE49-F238E27FC236}">
                <a16:creationId xmlns:a16="http://schemas.microsoft.com/office/drawing/2014/main" id="{61303567-2237-9DF4-9714-C72F2500B74F}"/>
              </a:ext>
            </a:extLst>
          </p:cNvPr>
          <p:cNvSpPr/>
          <p:nvPr/>
        </p:nvSpPr>
        <p:spPr>
          <a:xfrm>
            <a:off x="0" y="2119102"/>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1" name="TextBox 30">
            <a:extLst>
              <a:ext uri="{FF2B5EF4-FFF2-40B4-BE49-F238E27FC236}">
                <a16:creationId xmlns:a16="http://schemas.microsoft.com/office/drawing/2014/main" id="{90A4D22E-5899-3B1F-6255-E4B0BA675223}"/>
              </a:ext>
            </a:extLst>
          </p:cNvPr>
          <p:cNvSpPr txBox="1"/>
          <p:nvPr/>
        </p:nvSpPr>
        <p:spPr>
          <a:xfrm>
            <a:off x="100539" y="2201957"/>
            <a:ext cx="1149236" cy="577081"/>
          </a:xfrm>
          <a:prstGeom prst="rect">
            <a:avLst/>
          </a:prstGeom>
          <a:noFill/>
        </p:spPr>
        <p:txBody>
          <a:bodyPr wrap="square" rtlCol="0">
            <a:spAutoFit/>
          </a:bodyPr>
          <a:lstStyle/>
          <a:p>
            <a:pPr algn="ctr"/>
            <a:r>
              <a:rPr lang="en-US" sz="1050" dirty="0"/>
              <a:t>CDRs standing orders and guidance</a:t>
            </a:r>
          </a:p>
        </p:txBody>
      </p:sp>
    </p:spTree>
    <p:extLst>
      <p:ext uri="{BB962C8B-B14F-4D97-AF65-F5344CB8AC3E}">
        <p14:creationId xmlns:p14="http://schemas.microsoft.com/office/powerpoint/2010/main" val="2270007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BD34-5AF9-04D8-1752-E22A8732FF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1AAEF20-D496-516E-78FE-5CA38AE2AFD7}"/>
              </a:ext>
            </a:extLst>
          </p:cNvPr>
          <p:cNvCxnSpPr>
            <a:stCxn id="244" idx="3"/>
            <a:endCxn id="4" idx="1"/>
          </p:cNvCxnSpPr>
          <p:nvPr/>
        </p:nvCxnSpPr>
        <p:spPr>
          <a:xfrm flipV="1">
            <a:off x="2017818" y="1124699"/>
            <a:ext cx="81839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B191E320-A2CD-643D-50ED-8585E9EC250D}"/>
              </a:ext>
            </a:extLst>
          </p:cNvPr>
          <p:cNvSpPr/>
          <p:nvPr/>
        </p:nvSpPr>
        <p:spPr>
          <a:xfrm>
            <a:off x="10201755" y="815081"/>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CBD85D1B-669A-3C28-CCEC-5192E37FACDF}"/>
              </a:ext>
            </a:extLst>
          </p:cNvPr>
          <p:cNvSpPr txBox="1"/>
          <p:nvPr/>
        </p:nvSpPr>
        <p:spPr>
          <a:xfrm>
            <a:off x="10273468" y="808771"/>
            <a:ext cx="1658471" cy="577081"/>
          </a:xfrm>
          <a:prstGeom prst="rect">
            <a:avLst/>
          </a:prstGeom>
          <a:noFill/>
        </p:spPr>
        <p:txBody>
          <a:bodyPr wrap="square" rtlCol="0">
            <a:spAutoFit/>
          </a:bodyPr>
          <a:lstStyle/>
          <a:p>
            <a:pPr algn="ctr"/>
            <a:endParaRPr lang="en-US" sz="1050" dirty="0"/>
          </a:p>
          <a:p>
            <a:pPr algn="ctr"/>
            <a:r>
              <a:rPr lang="en-US" sz="1050" dirty="0"/>
              <a:t>Assumptions</a:t>
            </a:r>
          </a:p>
          <a:p>
            <a:pPr algn="ctr"/>
            <a:r>
              <a:rPr lang="en-US" sz="1050" dirty="0"/>
              <a:t>(Generated)</a:t>
            </a:r>
          </a:p>
        </p:txBody>
      </p:sp>
      <p:sp>
        <p:nvSpPr>
          <p:cNvPr id="29" name="TextBox 28">
            <a:extLst>
              <a:ext uri="{FF2B5EF4-FFF2-40B4-BE49-F238E27FC236}">
                <a16:creationId xmlns:a16="http://schemas.microsoft.com/office/drawing/2014/main" id="{2D5749EB-74E3-2FEC-86BD-98A05EEE9CD4}"/>
              </a:ext>
            </a:extLst>
          </p:cNvPr>
          <p:cNvSpPr txBox="1"/>
          <p:nvPr/>
        </p:nvSpPr>
        <p:spPr>
          <a:xfrm>
            <a:off x="726140" y="0"/>
            <a:ext cx="1815177" cy="369332"/>
          </a:xfrm>
          <a:prstGeom prst="rect">
            <a:avLst/>
          </a:prstGeom>
          <a:noFill/>
        </p:spPr>
        <p:txBody>
          <a:bodyPr wrap="none" rtlCol="0">
            <a:spAutoFit/>
          </a:bodyPr>
          <a:lstStyle/>
          <a:p>
            <a:r>
              <a:rPr lang="en-US" dirty="0"/>
              <a:t>Mission analysis</a:t>
            </a:r>
          </a:p>
        </p:txBody>
      </p:sp>
      <p:sp>
        <p:nvSpPr>
          <p:cNvPr id="146" name="Rectangle 145">
            <a:extLst>
              <a:ext uri="{FF2B5EF4-FFF2-40B4-BE49-F238E27FC236}">
                <a16:creationId xmlns:a16="http://schemas.microsoft.com/office/drawing/2014/main" id="{90D96BE8-22F3-01E7-4351-BFE18C56617E}"/>
              </a:ext>
            </a:extLst>
          </p:cNvPr>
          <p:cNvSpPr/>
          <p:nvPr/>
        </p:nvSpPr>
        <p:spPr>
          <a:xfrm>
            <a:off x="10047655" y="316868"/>
            <a:ext cx="2068164"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AD03469B-8169-9640-E2D5-7A0BF43583F4}"/>
              </a:ext>
            </a:extLst>
          </p:cNvPr>
          <p:cNvSpPr txBox="1"/>
          <p:nvPr/>
        </p:nvSpPr>
        <p:spPr>
          <a:xfrm>
            <a:off x="10044928" y="335483"/>
            <a:ext cx="2040809" cy="307777"/>
          </a:xfrm>
          <a:prstGeom prst="rect">
            <a:avLst/>
          </a:prstGeom>
          <a:noFill/>
        </p:spPr>
        <p:txBody>
          <a:bodyPr wrap="square" rtlCol="0">
            <a:spAutoFit/>
          </a:bodyPr>
          <a:lstStyle/>
          <a:p>
            <a:pPr algn="ctr"/>
            <a:r>
              <a:rPr lang="en-US" sz="1400" dirty="0">
                <a:solidFill>
                  <a:schemeClr val="tx2">
                    <a:lumMod val="75000"/>
                    <a:lumOff val="25000"/>
                  </a:schemeClr>
                </a:solidFill>
              </a:rPr>
              <a:t>Mission Analysis Steps</a:t>
            </a:r>
          </a:p>
        </p:txBody>
      </p:sp>
      <p:sp>
        <p:nvSpPr>
          <p:cNvPr id="37" name="Rectangle 36">
            <a:extLst>
              <a:ext uri="{FF2B5EF4-FFF2-40B4-BE49-F238E27FC236}">
                <a16:creationId xmlns:a16="http://schemas.microsoft.com/office/drawing/2014/main" id="{6BBC7999-3B6A-10EE-3EA6-017A7CC4A35D}"/>
              </a:ext>
            </a:extLst>
          </p:cNvPr>
          <p:cNvSpPr/>
          <p:nvPr/>
        </p:nvSpPr>
        <p:spPr>
          <a:xfrm>
            <a:off x="8511212" y="846534"/>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5" name="TextBox 14">
            <a:extLst>
              <a:ext uri="{FF2B5EF4-FFF2-40B4-BE49-F238E27FC236}">
                <a16:creationId xmlns:a16="http://schemas.microsoft.com/office/drawing/2014/main" id="{555DB08E-5356-F6FF-F1DF-4E828C612C6A}"/>
              </a:ext>
            </a:extLst>
          </p:cNvPr>
          <p:cNvSpPr txBox="1"/>
          <p:nvPr/>
        </p:nvSpPr>
        <p:spPr>
          <a:xfrm>
            <a:off x="8511212" y="801531"/>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61" name="Rectangle 60">
            <a:extLst>
              <a:ext uri="{FF2B5EF4-FFF2-40B4-BE49-F238E27FC236}">
                <a16:creationId xmlns:a16="http://schemas.microsoft.com/office/drawing/2014/main" id="{5DDBF4B9-1ABB-0007-90A8-AB9805E1D5E2}"/>
              </a:ext>
            </a:extLst>
          </p:cNvPr>
          <p:cNvSpPr/>
          <p:nvPr/>
        </p:nvSpPr>
        <p:spPr>
          <a:xfrm>
            <a:off x="6920129" y="831681"/>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85" name="Rectangle 84">
            <a:extLst>
              <a:ext uri="{FF2B5EF4-FFF2-40B4-BE49-F238E27FC236}">
                <a16:creationId xmlns:a16="http://schemas.microsoft.com/office/drawing/2014/main" id="{1B8F05BC-0570-76C3-1364-C212BDA873CB}"/>
              </a:ext>
            </a:extLst>
          </p:cNvPr>
          <p:cNvSpPr/>
          <p:nvPr/>
        </p:nvSpPr>
        <p:spPr>
          <a:xfrm>
            <a:off x="5265185" y="824380"/>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9" name="Rectangle 148">
            <a:extLst>
              <a:ext uri="{FF2B5EF4-FFF2-40B4-BE49-F238E27FC236}">
                <a16:creationId xmlns:a16="http://schemas.microsoft.com/office/drawing/2014/main" id="{36131BD4-F59D-8999-476B-CBABDE6B4EFF}"/>
              </a:ext>
            </a:extLst>
          </p:cNvPr>
          <p:cNvSpPr/>
          <p:nvPr/>
        </p:nvSpPr>
        <p:spPr>
          <a:xfrm>
            <a:off x="3523607" y="859353"/>
            <a:ext cx="1655442"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53" name="TextBox 152">
            <a:extLst>
              <a:ext uri="{FF2B5EF4-FFF2-40B4-BE49-F238E27FC236}">
                <a16:creationId xmlns:a16="http://schemas.microsoft.com/office/drawing/2014/main" id="{EAE40B72-6095-8732-03F1-5F8E2FD00BDC}"/>
              </a:ext>
            </a:extLst>
          </p:cNvPr>
          <p:cNvSpPr txBox="1"/>
          <p:nvPr/>
        </p:nvSpPr>
        <p:spPr>
          <a:xfrm>
            <a:off x="3582983" y="699199"/>
            <a:ext cx="1523666" cy="738664"/>
          </a:xfrm>
          <a:prstGeom prst="rect">
            <a:avLst/>
          </a:prstGeom>
          <a:noFill/>
        </p:spPr>
        <p:txBody>
          <a:bodyPr wrap="square" rtlCol="0">
            <a:spAutoFit/>
          </a:bodyPr>
          <a:lstStyle/>
          <a:p>
            <a:pPr algn="ctr"/>
            <a:endParaRPr lang="en-US" sz="1050" dirty="0"/>
          </a:p>
          <a:p>
            <a:pPr algn="ctr"/>
            <a:r>
              <a:rPr lang="en-US" sz="1050" dirty="0"/>
              <a:t>Running Estimate</a:t>
            </a:r>
          </a:p>
          <a:p>
            <a:pPr algn="ctr"/>
            <a:r>
              <a:rPr lang="en-US" sz="1050" dirty="0"/>
              <a:t>(Uploads from each Info Force and Activity)</a:t>
            </a:r>
          </a:p>
        </p:txBody>
      </p:sp>
      <p:sp>
        <p:nvSpPr>
          <p:cNvPr id="165" name="TextBox 164">
            <a:extLst>
              <a:ext uri="{FF2B5EF4-FFF2-40B4-BE49-F238E27FC236}">
                <a16:creationId xmlns:a16="http://schemas.microsoft.com/office/drawing/2014/main" id="{C115D8A6-9961-4112-DF01-44E8CAE042AF}"/>
              </a:ext>
            </a:extLst>
          </p:cNvPr>
          <p:cNvSpPr txBox="1"/>
          <p:nvPr/>
        </p:nvSpPr>
        <p:spPr>
          <a:xfrm>
            <a:off x="6728299" y="1037820"/>
            <a:ext cx="1658471" cy="415498"/>
          </a:xfrm>
          <a:prstGeom prst="rect">
            <a:avLst/>
          </a:prstGeom>
          <a:noFill/>
        </p:spPr>
        <p:txBody>
          <a:bodyPr wrap="square" rtlCol="0">
            <a:spAutoFit/>
          </a:bodyPr>
          <a:lstStyle/>
          <a:p>
            <a:pPr algn="ctr"/>
            <a:r>
              <a:rPr lang="en-US" sz="1050" dirty="0"/>
              <a:t> higher HQs Mission</a:t>
            </a:r>
          </a:p>
          <a:p>
            <a:pPr algn="ctr"/>
            <a:r>
              <a:rPr lang="en-US" sz="1050" dirty="0"/>
              <a:t>(Generated)</a:t>
            </a:r>
          </a:p>
        </p:txBody>
      </p:sp>
      <p:sp>
        <p:nvSpPr>
          <p:cNvPr id="169" name="TextBox 168">
            <a:extLst>
              <a:ext uri="{FF2B5EF4-FFF2-40B4-BE49-F238E27FC236}">
                <a16:creationId xmlns:a16="http://schemas.microsoft.com/office/drawing/2014/main" id="{5929B021-35E0-1386-FB77-1763FA664BC7}"/>
              </a:ext>
            </a:extLst>
          </p:cNvPr>
          <p:cNvSpPr txBox="1"/>
          <p:nvPr/>
        </p:nvSpPr>
        <p:spPr>
          <a:xfrm>
            <a:off x="5274239" y="936854"/>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82" name="Rectangle 181">
            <a:extLst>
              <a:ext uri="{FF2B5EF4-FFF2-40B4-BE49-F238E27FC236}">
                <a16:creationId xmlns:a16="http://schemas.microsoft.com/office/drawing/2014/main" id="{D7F64160-E9CC-033D-73F0-CEEEE2C4A901}"/>
              </a:ext>
            </a:extLst>
          </p:cNvPr>
          <p:cNvSpPr/>
          <p:nvPr/>
        </p:nvSpPr>
        <p:spPr>
          <a:xfrm>
            <a:off x="2181882" y="863066"/>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00" name="TextBox 199">
            <a:extLst>
              <a:ext uri="{FF2B5EF4-FFF2-40B4-BE49-F238E27FC236}">
                <a16:creationId xmlns:a16="http://schemas.microsoft.com/office/drawing/2014/main" id="{829B2474-BA24-1C99-08D9-3F0141D481DA}"/>
              </a:ext>
            </a:extLst>
          </p:cNvPr>
          <p:cNvSpPr txBox="1"/>
          <p:nvPr/>
        </p:nvSpPr>
        <p:spPr>
          <a:xfrm>
            <a:off x="2282421" y="945921"/>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36" name="Rectangle 235">
            <a:extLst>
              <a:ext uri="{FF2B5EF4-FFF2-40B4-BE49-F238E27FC236}">
                <a16:creationId xmlns:a16="http://schemas.microsoft.com/office/drawing/2014/main" id="{8EC41DCD-8B18-7DB3-C942-4DCA0D562DD4}"/>
              </a:ext>
            </a:extLst>
          </p:cNvPr>
          <p:cNvSpPr/>
          <p:nvPr/>
        </p:nvSpPr>
        <p:spPr>
          <a:xfrm>
            <a:off x="768043" y="859353"/>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4" name="TextBox 243">
            <a:extLst>
              <a:ext uri="{FF2B5EF4-FFF2-40B4-BE49-F238E27FC236}">
                <a16:creationId xmlns:a16="http://schemas.microsoft.com/office/drawing/2014/main" id="{FE026274-B2FD-8A64-E84D-2C3BE1204503}"/>
              </a:ext>
            </a:extLst>
          </p:cNvPr>
          <p:cNvSpPr txBox="1"/>
          <p:nvPr/>
        </p:nvSpPr>
        <p:spPr>
          <a:xfrm>
            <a:off x="868582" y="942208"/>
            <a:ext cx="1149236" cy="577081"/>
          </a:xfrm>
          <a:prstGeom prst="rect">
            <a:avLst/>
          </a:prstGeom>
          <a:noFill/>
        </p:spPr>
        <p:txBody>
          <a:bodyPr wrap="square" rtlCol="0">
            <a:spAutoFit/>
          </a:bodyPr>
          <a:lstStyle/>
          <a:p>
            <a:pPr algn="ctr"/>
            <a:r>
              <a:rPr lang="en-US" sz="1050" dirty="0"/>
              <a:t>CDRs standing orders and guidance</a:t>
            </a:r>
          </a:p>
        </p:txBody>
      </p:sp>
      <p:sp>
        <p:nvSpPr>
          <p:cNvPr id="3" name="Rectangle 2">
            <a:extLst>
              <a:ext uri="{FF2B5EF4-FFF2-40B4-BE49-F238E27FC236}">
                <a16:creationId xmlns:a16="http://schemas.microsoft.com/office/drawing/2014/main" id="{66714F06-A62F-D9A2-09A3-8EFDF55CB4AD}"/>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AE23F47-960D-472C-DCE6-883A5BE04087}"/>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8" name="TextBox 7">
            <a:extLst>
              <a:ext uri="{FF2B5EF4-FFF2-40B4-BE49-F238E27FC236}">
                <a16:creationId xmlns:a16="http://schemas.microsoft.com/office/drawing/2014/main" id="{966247AA-0A57-8DA8-557F-BA98F658241C}"/>
              </a:ext>
            </a:extLst>
          </p:cNvPr>
          <p:cNvSpPr txBox="1"/>
          <p:nvPr/>
        </p:nvSpPr>
        <p:spPr>
          <a:xfrm>
            <a:off x="429682" y="3066048"/>
            <a:ext cx="8857189" cy="646331"/>
          </a:xfrm>
          <a:prstGeom prst="rect">
            <a:avLst/>
          </a:prstGeom>
          <a:noFill/>
        </p:spPr>
        <p:txBody>
          <a:bodyPr wrap="square" rtlCol="0">
            <a:spAutoFit/>
          </a:bodyPr>
          <a:lstStyle/>
          <a:p>
            <a:r>
              <a:rPr lang="en-US" dirty="0"/>
              <a:t>Prompt:  What are the Assumptions with Operation Title and short description and using the dependencies.</a:t>
            </a:r>
          </a:p>
        </p:txBody>
      </p:sp>
    </p:spTree>
    <p:extLst>
      <p:ext uri="{BB962C8B-B14F-4D97-AF65-F5344CB8AC3E}">
        <p14:creationId xmlns:p14="http://schemas.microsoft.com/office/powerpoint/2010/main" val="616436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1ABE2-8908-7E35-3F19-2AE8DA9D7465}"/>
            </a:ext>
          </a:extLst>
        </p:cNvPr>
        <p:cNvGrpSpPr/>
        <p:nvPr/>
      </p:nvGrpSpPr>
      <p:grpSpPr>
        <a:xfrm>
          <a:off x="0" y="0"/>
          <a:ext cx="0" cy="0"/>
          <a:chOff x="0" y="0"/>
          <a:chExt cx="0" cy="0"/>
        </a:xfrm>
      </p:grpSpPr>
      <p:cxnSp>
        <p:nvCxnSpPr>
          <p:cNvPr id="27" name="Straight Arrow Connector 26">
            <a:extLst>
              <a:ext uri="{FF2B5EF4-FFF2-40B4-BE49-F238E27FC236}">
                <a16:creationId xmlns:a16="http://schemas.microsoft.com/office/drawing/2014/main" id="{6ACF07C4-2488-7889-FADF-692AE8012C87}"/>
              </a:ext>
            </a:extLst>
          </p:cNvPr>
          <p:cNvCxnSpPr>
            <a:cxnSpLocks/>
            <a:stCxn id="172" idx="1"/>
          </p:cNvCxnSpPr>
          <p:nvPr/>
        </p:nvCxnSpPr>
        <p:spPr>
          <a:xfrm flipV="1">
            <a:off x="5293034" y="986965"/>
            <a:ext cx="489493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6" name="Rectangle 165">
            <a:extLst>
              <a:ext uri="{FF2B5EF4-FFF2-40B4-BE49-F238E27FC236}">
                <a16:creationId xmlns:a16="http://schemas.microsoft.com/office/drawing/2014/main" id="{B6893D52-CA7F-6C63-F993-FCAE1C68FFC5}"/>
              </a:ext>
            </a:extLst>
          </p:cNvPr>
          <p:cNvSpPr/>
          <p:nvPr/>
        </p:nvSpPr>
        <p:spPr>
          <a:xfrm>
            <a:off x="6935915" y="678744"/>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 name="Rectangle 4">
            <a:extLst>
              <a:ext uri="{FF2B5EF4-FFF2-40B4-BE49-F238E27FC236}">
                <a16:creationId xmlns:a16="http://schemas.microsoft.com/office/drawing/2014/main" id="{7C2E100A-B220-E0F4-18BF-336AC6C49E5D}"/>
              </a:ext>
            </a:extLst>
          </p:cNvPr>
          <p:cNvSpPr/>
          <p:nvPr/>
        </p:nvSpPr>
        <p:spPr>
          <a:xfrm>
            <a:off x="10210808" y="675669"/>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9" name="TextBox 18">
            <a:extLst>
              <a:ext uri="{FF2B5EF4-FFF2-40B4-BE49-F238E27FC236}">
                <a16:creationId xmlns:a16="http://schemas.microsoft.com/office/drawing/2014/main" id="{4B7EE498-D993-4A2D-386D-CBD340DD8FBD}"/>
              </a:ext>
            </a:extLst>
          </p:cNvPr>
          <p:cNvSpPr txBox="1"/>
          <p:nvPr/>
        </p:nvSpPr>
        <p:spPr>
          <a:xfrm>
            <a:off x="10273468" y="690523"/>
            <a:ext cx="1658471" cy="577081"/>
          </a:xfrm>
          <a:prstGeom prst="rect">
            <a:avLst/>
          </a:prstGeom>
          <a:noFill/>
        </p:spPr>
        <p:txBody>
          <a:bodyPr wrap="square" rtlCol="0">
            <a:spAutoFit/>
          </a:bodyPr>
          <a:lstStyle/>
          <a:p>
            <a:pPr algn="ctr"/>
            <a:r>
              <a:rPr lang="en-US" sz="1050" dirty="0"/>
              <a:t>Analysis Of higher HQs Mission</a:t>
            </a:r>
          </a:p>
          <a:p>
            <a:pPr algn="ctr"/>
            <a:r>
              <a:rPr lang="en-US" sz="1050" dirty="0"/>
              <a:t>(Generated)</a:t>
            </a:r>
          </a:p>
        </p:txBody>
      </p:sp>
      <p:sp>
        <p:nvSpPr>
          <p:cNvPr id="29" name="TextBox 28">
            <a:extLst>
              <a:ext uri="{FF2B5EF4-FFF2-40B4-BE49-F238E27FC236}">
                <a16:creationId xmlns:a16="http://schemas.microsoft.com/office/drawing/2014/main" id="{D063D0CD-73B1-C591-5129-83E724840354}"/>
              </a:ext>
            </a:extLst>
          </p:cNvPr>
          <p:cNvSpPr txBox="1"/>
          <p:nvPr/>
        </p:nvSpPr>
        <p:spPr>
          <a:xfrm>
            <a:off x="726140" y="0"/>
            <a:ext cx="1815177" cy="369332"/>
          </a:xfrm>
          <a:prstGeom prst="rect">
            <a:avLst/>
          </a:prstGeom>
          <a:noFill/>
        </p:spPr>
        <p:txBody>
          <a:bodyPr wrap="none" rtlCol="0">
            <a:spAutoFit/>
          </a:bodyPr>
          <a:lstStyle/>
          <a:p>
            <a:r>
              <a:rPr lang="en-US" dirty="0"/>
              <a:t>Mission analysis</a:t>
            </a:r>
          </a:p>
        </p:txBody>
      </p:sp>
      <p:sp>
        <p:nvSpPr>
          <p:cNvPr id="146" name="Rectangle 145">
            <a:extLst>
              <a:ext uri="{FF2B5EF4-FFF2-40B4-BE49-F238E27FC236}">
                <a16:creationId xmlns:a16="http://schemas.microsoft.com/office/drawing/2014/main" id="{05D99AFA-863D-7B6C-0E66-FC305DA79343}"/>
              </a:ext>
            </a:extLst>
          </p:cNvPr>
          <p:cNvSpPr/>
          <p:nvPr/>
        </p:nvSpPr>
        <p:spPr>
          <a:xfrm>
            <a:off x="10047655" y="316868"/>
            <a:ext cx="2068164"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B6B6B0F1-7830-549C-E7D7-5E3EE8810474}"/>
              </a:ext>
            </a:extLst>
          </p:cNvPr>
          <p:cNvSpPr txBox="1"/>
          <p:nvPr/>
        </p:nvSpPr>
        <p:spPr>
          <a:xfrm>
            <a:off x="10044928" y="335483"/>
            <a:ext cx="2040809" cy="307777"/>
          </a:xfrm>
          <a:prstGeom prst="rect">
            <a:avLst/>
          </a:prstGeom>
          <a:noFill/>
        </p:spPr>
        <p:txBody>
          <a:bodyPr wrap="square" rtlCol="0">
            <a:spAutoFit/>
          </a:bodyPr>
          <a:lstStyle/>
          <a:p>
            <a:pPr algn="ctr"/>
            <a:r>
              <a:rPr lang="en-US" sz="1400" dirty="0">
                <a:solidFill>
                  <a:schemeClr val="tx2">
                    <a:lumMod val="75000"/>
                    <a:lumOff val="25000"/>
                  </a:schemeClr>
                </a:solidFill>
              </a:rPr>
              <a:t>Mission Analysis Steps</a:t>
            </a:r>
          </a:p>
        </p:txBody>
      </p:sp>
      <p:sp>
        <p:nvSpPr>
          <p:cNvPr id="46" name="Rectangle 45">
            <a:extLst>
              <a:ext uri="{FF2B5EF4-FFF2-40B4-BE49-F238E27FC236}">
                <a16:creationId xmlns:a16="http://schemas.microsoft.com/office/drawing/2014/main" id="{20F2ECBC-8774-2404-93A2-3B276300B71F}"/>
              </a:ext>
            </a:extLst>
          </p:cNvPr>
          <p:cNvSpPr/>
          <p:nvPr/>
        </p:nvSpPr>
        <p:spPr>
          <a:xfrm>
            <a:off x="8511212" y="679290"/>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3" name="TextBox 52">
            <a:extLst>
              <a:ext uri="{FF2B5EF4-FFF2-40B4-BE49-F238E27FC236}">
                <a16:creationId xmlns:a16="http://schemas.microsoft.com/office/drawing/2014/main" id="{81B27E5F-D195-6039-A93E-D45A380BA002}"/>
              </a:ext>
            </a:extLst>
          </p:cNvPr>
          <p:cNvSpPr txBox="1"/>
          <p:nvPr/>
        </p:nvSpPr>
        <p:spPr>
          <a:xfrm>
            <a:off x="8511212" y="707123"/>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74" name="TextBox 73">
            <a:extLst>
              <a:ext uri="{FF2B5EF4-FFF2-40B4-BE49-F238E27FC236}">
                <a16:creationId xmlns:a16="http://schemas.microsoft.com/office/drawing/2014/main" id="{73802B23-4AD9-72F0-CE6F-BB944E4CC8D2}"/>
              </a:ext>
            </a:extLst>
          </p:cNvPr>
          <p:cNvSpPr txBox="1"/>
          <p:nvPr/>
        </p:nvSpPr>
        <p:spPr>
          <a:xfrm>
            <a:off x="6804477" y="707123"/>
            <a:ext cx="1658471" cy="415498"/>
          </a:xfrm>
          <a:prstGeom prst="rect">
            <a:avLst/>
          </a:prstGeom>
          <a:noFill/>
        </p:spPr>
        <p:txBody>
          <a:bodyPr wrap="square" rtlCol="0">
            <a:spAutoFit/>
          </a:bodyPr>
          <a:lstStyle/>
          <a:p>
            <a:pPr algn="ctr"/>
            <a:r>
              <a:rPr lang="en-US" sz="1050" dirty="0"/>
              <a:t> higher HQs Mission</a:t>
            </a:r>
          </a:p>
          <a:p>
            <a:pPr algn="ctr"/>
            <a:r>
              <a:rPr lang="en-US" sz="1050" dirty="0"/>
              <a:t>(Generated)</a:t>
            </a:r>
          </a:p>
        </p:txBody>
      </p:sp>
      <p:sp>
        <p:nvSpPr>
          <p:cNvPr id="171" name="Rectangle 170">
            <a:extLst>
              <a:ext uri="{FF2B5EF4-FFF2-40B4-BE49-F238E27FC236}">
                <a16:creationId xmlns:a16="http://schemas.microsoft.com/office/drawing/2014/main" id="{9AC690C9-7A64-0914-E40B-5AB456B63FCC}"/>
              </a:ext>
            </a:extLst>
          </p:cNvPr>
          <p:cNvSpPr/>
          <p:nvPr/>
        </p:nvSpPr>
        <p:spPr>
          <a:xfrm>
            <a:off x="5283980" y="671594"/>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72" name="TextBox 171">
            <a:extLst>
              <a:ext uri="{FF2B5EF4-FFF2-40B4-BE49-F238E27FC236}">
                <a16:creationId xmlns:a16="http://schemas.microsoft.com/office/drawing/2014/main" id="{1BC9CD8A-0FD4-303A-1F20-DE009FD8D98F}"/>
              </a:ext>
            </a:extLst>
          </p:cNvPr>
          <p:cNvSpPr txBox="1"/>
          <p:nvPr/>
        </p:nvSpPr>
        <p:spPr>
          <a:xfrm>
            <a:off x="5293034" y="784068"/>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3" name="Rectangle 2">
            <a:extLst>
              <a:ext uri="{FF2B5EF4-FFF2-40B4-BE49-F238E27FC236}">
                <a16:creationId xmlns:a16="http://schemas.microsoft.com/office/drawing/2014/main" id="{3C044D73-9C28-D607-1384-2F3B65FA21F1}"/>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1D5411-1D92-F96C-B194-729895C8D112}"/>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8" name="TextBox 7">
            <a:extLst>
              <a:ext uri="{FF2B5EF4-FFF2-40B4-BE49-F238E27FC236}">
                <a16:creationId xmlns:a16="http://schemas.microsoft.com/office/drawing/2014/main" id="{1A417DD6-17E3-A220-B32D-855E4DCE0BB4}"/>
              </a:ext>
            </a:extLst>
          </p:cNvPr>
          <p:cNvSpPr txBox="1"/>
          <p:nvPr/>
        </p:nvSpPr>
        <p:spPr>
          <a:xfrm>
            <a:off x="429682" y="3066048"/>
            <a:ext cx="8857189" cy="923330"/>
          </a:xfrm>
          <a:prstGeom prst="rect">
            <a:avLst/>
          </a:prstGeom>
          <a:noFill/>
        </p:spPr>
        <p:txBody>
          <a:bodyPr wrap="square" rtlCol="0">
            <a:spAutoFit/>
          </a:bodyPr>
          <a:lstStyle/>
          <a:p>
            <a:r>
              <a:rPr lang="en-US" dirty="0"/>
              <a:t>Prompt: Use the following dependencies to analyze  the higher mission HQs who, what , when, where, and why.  Determine specified tasks, implied tasks and essential tasks.  Find any Constraints and restraints, facts, assumptions, available forces and assets.</a:t>
            </a:r>
          </a:p>
        </p:txBody>
      </p:sp>
    </p:spTree>
    <p:extLst>
      <p:ext uri="{BB962C8B-B14F-4D97-AF65-F5344CB8AC3E}">
        <p14:creationId xmlns:p14="http://schemas.microsoft.com/office/powerpoint/2010/main" val="3413668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34D0D-98A5-9E8F-48C2-18F79282A760}"/>
            </a:ext>
          </a:extLst>
        </p:cNvPr>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49D085AF-5845-22EC-B5A0-B04C6B051360}"/>
              </a:ext>
            </a:extLst>
          </p:cNvPr>
          <p:cNvCxnSpPr>
            <a:cxnSpLocks/>
            <a:stCxn id="31" idx="1"/>
          </p:cNvCxnSpPr>
          <p:nvPr/>
        </p:nvCxnSpPr>
        <p:spPr>
          <a:xfrm>
            <a:off x="100539" y="925649"/>
            <a:ext cx="10100070" cy="54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CA1B9188-F00A-599C-4D60-C8446D0D6375}"/>
              </a:ext>
            </a:extLst>
          </p:cNvPr>
          <p:cNvSpPr/>
          <p:nvPr/>
        </p:nvSpPr>
        <p:spPr>
          <a:xfrm>
            <a:off x="10210808" y="596497"/>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0" name="TextBox 19">
            <a:extLst>
              <a:ext uri="{FF2B5EF4-FFF2-40B4-BE49-F238E27FC236}">
                <a16:creationId xmlns:a16="http://schemas.microsoft.com/office/drawing/2014/main" id="{ADBFABF3-6A54-C3D1-54D3-73E2E44894DA}"/>
              </a:ext>
            </a:extLst>
          </p:cNvPr>
          <p:cNvSpPr txBox="1"/>
          <p:nvPr/>
        </p:nvSpPr>
        <p:spPr>
          <a:xfrm>
            <a:off x="10327084" y="782418"/>
            <a:ext cx="1658471" cy="415498"/>
          </a:xfrm>
          <a:prstGeom prst="rect">
            <a:avLst/>
          </a:prstGeom>
          <a:solidFill>
            <a:schemeClr val="bg1"/>
          </a:solidFill>
        </p:spPr>
        <p:txBody>
          <a:bodyPr wrap="square" rtlCol="0">
            <a:spAutoFit/>
          </a:bodyPr>
          <a:lstStyle/>
          <a:p>
            <a:pPr algn="ctr"/>
            <a:r>
              <a:rPr lang="en-US" sz="1050" dirty="0"/>
              <a:t>Mission Statement</a:t>
            </a:r>
          </a:p>
          <a:p>
            <a:pPr algn="ctr"/>
            <a:r>
              <a:rPr lang="en-US" sz="1050" dirty="0"/>
              <a:t>(Generated)</a:t>
            </a:r>
          </a:p>
        </p:txBody>
      </p:sp>
      <p:sp>
        <p:nvSpPr>
          <p:cNvPr id="29" name="TextBox 28">
            <a:extLst>
              <a:ext uri="{FF2B5EF4-FFF2-40B4-BE49-F238E27FC236}">
                <a16:creationId xmlns:a16="http://schemas.microsoft.com/office/drawing/2014/main" id="{5008B1C0-3CC8-142A-AE1F-765E6B648EA7}"/>
              </a:ext>
            </a:extLst>
          </p:cNvPr>
          <p:cNvSpPr txBox="1"/>
          <p:nvPr/>
        </p:nvSpPr>
        <p:spPr>
          <a:xfrm>
            <a:off x="726140" y="0"/>
            <a:ext cx="1815177" cy="369332"/>
          </a:xfrm>
          <a:prstGeom prst="rect">
            <a:avLst/>
          </a:prstGeom>
          <a:noFill/>
        </p:spPr>
        <p:txBody>
          <a:bodyPr wrap="none" rtlCol="0">
            <a:spAutoFit/>
          </a:bodyPr>
          <a:lstStyle/>
          <a:p>
            <a:r>
              <a:rPr lang="en-US" dirty="0"/>
              <a:t>Mission analysis</a:t>
            </a:r>
          </a:p>
        </p:txBody>
      </p:sp>
      <p:sp>
        <p:nvSpPr>
          <p:cNvPr id="146" name="Rectangle 145">
            <a:extLst>
              <a:ext uri="{FF2B5EF4-FFF2-40B4-BE49-F238E27FC236}">
                <a16:creationId xmlns:a16="http://schemas.microsoft.com/office/drawing/2014/main" id="{A3E40032-24B4-EE00-152C-61A22212C388}"/>
              </a:ext>
            </a:extLst>
          </p:cNvPr>
          <p:cNvSpPr/>
          <p:nvPr/>
        </p:nvSpPr>
        <p:spPr>
          <a:xfrm>
            <a:off x="10047655" y="316868"/>
            <a:ext cx="2068164"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8ECADA33-E532-4195-877A-DBF23A712F4F}"/>
              </a:ext>
            </a:extLst>
          </p:cNvPr>
          <p:cNvSpPr txBox="1"/>
          <p:nvPr/>
        </p:nvSpPr>
        <p:spPr>
          <a:xfrm>
            <a:off x="10044928" y="335483"/>
            <a:ext cx="2040809" cy="307777"/>
          </a:xfrm>
          <a:prstGeom prst="rect">
            <a:avLst/>
          </a:prstGeom>
          <a:noFill/>
        </p:spPr>
        <p:txBody>
          <a:bodyPr wrap="square" rtlCol="0">
            <a:spAutoFit/>
          </a:bodyPr>
          <a:lstStyle/>
          <a:p>
            <a:pPr algn="ctr"/>
            <a:r>
              <a:rPr lang="en-US" sz="1400" dirty="0">
                <a:solidFill>
                  <a:schemeClr val="tx2">
                    <a:lumMod val="75000"/>
                    <a:lumOff val="25000"/>
                  </a:schemeClr>
                </a:solidFill>
              </a:rPr>
              <a:t>Mission Analysis Steps</a:t>
            </a:r>
          </a:p>
        </p:txBody>
      </p:sp>
      <p:sp>
        <p:nvSpPr>
          <p:cNvPr id="48" name="Rectangle 47">
            <a:extLst>
              <a:ext uri="{FF2B5EF4-FFF2-40B4-BE49-F238E27FC236}">
                <a16:creationId xmlns:a16="http://schemas.microsoft.com/office/drawing/2014/main" id="{D8EA2292-BD3A-EC01-54FE-C783FBE6EF15}"/>
              </a:ext>
            </a:extLst>
          </p:cNvPr>
          <p:cNvSpPr/>
          <p:nvPr/>
        </p:nvSpPr>
        <p:spPr>
          <a:xfrm>
            <a:off x="8511212" y="584633"/>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4" name="TextBox 53">
            <a:extLst>
              <a:ext uri="{FF2B5EF4-FFF2-40B4-BE49-F238E27FC236}">
                <a16:creationId xmlns:a16="http://schemas.microsoft.com/office/drawing/2014/main" id="{0F38C558-464F-9087-3586-D901D59AA6BA}"/>
              </a:ext>
            </a:extLst>
          </p:cNvPr>
          <p:cNvSpPr txBox="1"/>
          <p:nvPr/>
        </p:nvSpPr>
        <p:spPr>
          <a:xfrm>
            <a:off x="8511212" y="567858"/>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63" name="Rectangle 62">
            <a:extLst>
              <a:ext uri="{FF2B5EF4-FFF2-40B4-BE49-F238E27FC236}">
                <a16:creationId xmlns:a16="http://schemas.microsoft.com/office/drawing/2014/main" id="{474A7259-0A50-2C31-75FD-D07F14562E14}"/>
              </a:ext>
            </a:extLst>
          </p:cNvPr>
          <p:cNvSpPr/>
          <p:nvPr/>
        </p:nvSpPr>
        <p:spPr>
          <a:xfrm>
            <a:off x="7084339" y="613097"/>
            <a:ext cx="1238114"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5" name="TextBox 74">
            <a:extLst>
              <a:ext uri="{FF2B5EF4-FFF2-40B4-BE49-F238E27FC236}">
                <a16:creationId xmlns:a16="http://schemas.microsoft.com/office/drawing/2014/main" id="{E59D62EE-6504-C5E3-6E77-06FA7E7D5AC7}"/>
              </a:ext>
            </a:extLst>
          </p:cNvPr>
          <p:cNvSpPr txBox="1"/>
          <p:nvPr/>
        </p:nvSpPr>
        <p:spPr>
          <a:xfrm>
            <a:off x="6992818" y="707704"/>
            <a:ext cx="1473781" cy="415498"/>
          </a:xfrm>
          <a:prstGeom prst="rect">
            <a:avLst/>
          </a:prstGeom>
          <a:noFill/>
        </p:spPr>
        <p:txBody>
          <a:bodyPr wrap="square" rtlCol="0">
            <a:spAutoFit/>
          </a:bodyPr>
          <a:lstStyle/>
          <a:p>
            <a:pPr algn="ctr"/>
            <a:r>
              <a:rPr lang="en-US" sz="1050" dirty="0"/>
              <a:t>Higher HQs Mission (Generated)</a:t>
            </a:r>
          </a:p>
        </p:txBody>
      </p:sp>
      <p:sp>
        <p:nvSpPr>
          <p:cNvPr id="87" name="Rectangle 86">
            <a:extLst>
              <a:ext uri="{FF2B5EF4-FFF2-40B4-BE49-F238E27FC236}">
                <a16:creationId xmlns:a16="http://schemas.microsoft.com/office/drawing/2014/main" id="{E51D017E-9A88-58D8-F7B6-A57968354377}"/>
              </a:ext>
            </a:extLst>
          </p:cNvPr>
          <p:cNvSpPr/>
          <p:nvPr/>
        </p:nvSpPr>
        <p:spPr>
          <a:xfrm>
            <a:off x="5758001" y="578681"/>
            <a:ext cx="1238114"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73" name="TextBox 172">
            <a:extLst>
              <a:ext uri="{FF2B5EF4-FFF2-40B4-BE49-F238E27FC236}">
                <a16:creationId xmlns:a16="http://schemas.microsoft.com/office/drawing/2014/main" id="{02F41EBD-48C0-DF08-7299-BAAB59244B00}"/>
              </a:ext>
            </a:extLst>
          </p:cNvPr>
          <p:cNvSpPr txBox="1"/>
          <p:nvPr/>
        </p:nvSpPr>
        <p:spPr>
          <a:xfrm>
            <a:off x="5660903" y="717020"/>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237" name="Rectangle 236">
            <a:extLst>
              <a:ext uri="{FF2B5EF4-FFF2-40B4-BE49-F238E27FC236}">
                <a16:creationId xmlns:a16="http://schemas.microsoft.com/office/drawing/2014/main" id="{27EDA2EC-9E23-CA8A-0441-644EA59397A9}"/>
              </a:ext>
            </a:extLst>
          </p:cNvPr>
          <p:cNvSpPr/>
          <p:nvPr/>
        </p:nvSpPr>
        <p:spPr>
          <a:xfrm>
            <a:off x="4417551" y="587395"/>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9" name="TextBox 248">
            <a:extLst>
              <a:ext uri="{FF2B5EF4-FFF2-40B4-BE49-F238E27FC236}">
                <a16:creationId xmlns:a16="http://schemas.microsoft.com/office/drawing/2014/main" id="{7DA4D681-31A1-EDE1-6F29-65758F8AF883}"/>
              </a:ext>
            </a:extLst>
          </p:cNvPr>
          <p:cNvSpPr txBox="1"/>
          <p:nvPr/>
        </p:nvSpPr>
        <p:spPr>
          <a:xfrm>
            <a:off x="4550321" y="576628"/>
            <a:ext cx="1149236" cy="577081"/>
          </a:xfrm>
          <a:prstGeom prst="rect">
            <a:avLst/>
          </a:prstGeom>
          <a:noFill/>
        </p:spPr>
        <p:txBody>
          <a:bodyPr wrap="square" rtlCol="0">
            <a:spAutoFit/>
          </a:bodyPr>
          <a:lstStyle/>
          <a:p>
            <a:pPr algn="ctr"/>
            <a:r>
              <a:rPr lang="en-US" sz="1050" dirty="0"/>
              <a:t>CDRs standing orders and guidance</a:t>
            </a:r>
          </a:p>
        </p:txBody>
      </p:sp>
      <p:sp>
        <p:nvSpPr>
          <p:cNvPr id="12" name="Rectangle 11">
            <a:extLst>
              <a:ext uri="{FF2B5EF4-FFF2-40B4-BE49-F238E27FC236}">
                <a16:creationId xmlns:a16="http://schemas.microsoft.com/office/drawing/2014/main" id="{F5277A4B-B3BB-D946-3B82-E5C0155C1463}"/>
              </a:ext>
            </a:extLst>
          </p:cNvPr>
          <p:cNvSpPr/>
          <p:nvPr/>
        </p:nvSpPr>
        <p:spPr>
          <a:xfrm>
            <a:off x="2692252" y="588014"/>
            <a:ext cx="1655442"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2" name="TextBox 21">
            <a:extLst>
              <a:ext uri="{FF2B5EF4-FFF2-40B4-BE49-F238E27FC236}">
                <a16:creationId xmlns:a16="http://schemas.microsoft.com/office/drawing/2014/main" id="{73BF50C4-CB05-BC0B-BE6F-D256485B1C17}"/>
              </a:ext>
            </a:extLst>
          </p:cNvPr>
          <p:cNvSpPr txBox="1"/>
          <p:nvPr/>
        </p:nvSpPr>
        <p:spPr>
          <a:xfrm>
            <a:off x="2751628" y="427860"/>
            <a:ext cx="1523666" cy="738664"/>
          </a:xfrm>
          <a:prstGeom prst="rect">
            <a:avLst/>
          </a:prstGeom>
          <a:noFill/>
        </p:spPr>
        <p:txBody>
          <a:bodyPr wrap="square" rtlCol="0">
            <a:spAutoFit/>
          </a:bodyPr>
          <a:lstStyle/>
          <a:p>
            <a:pPr algn="ctr"/>
            <a:endParaRPr lang="en-US" sz="1050" dirty="0"/>
          </a:p>
          <a:p>
            <a:pPr algn="ctr"/>
            <a:r>
              <a:rPr lang="en-US" sz="1050" dirty="0"/>
              <a:t>Running Estimate</a:t>
            </a:r>
          </a:p>
          <a:p>
            <a:pPr algn="ctr"/>
            <a:r>
              <a:rPr lang="en-US" sz="1050" dirty="0"/>
              <a:t>(Uploads from each Info Force and Activity)</a:t>
            </a:r>
          </a:p>
        </p:txBody>
      </p:sp>
      <p:sp>
        <p:nvSpPr>
          <p:cNvPr id="25" name="Rectangle 24">
            <a:extLst>
              <a:ext uri="{FF2B5EF4-FFF2-40B4-BE49-F238E27FC236}">
                <a16:creationId xmlns:a16="http://schemas.microsoft.com/office/drawing/2014/main" id="{2F6FB1C8-B509-9A6E-2C1B-4621AF9AD4DE}"/>
              </a:ext>
            </a:extLst>
          </p:cNvPr>
          <p:cNvSpPr/>
          <p:nvPr/>
        </p:nvSpPr>
        <p:spPr>
          <a:xfrm>
            <a:off x="1370521" y="590556"/>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6" name="TextBox 25">
            <a:extLst>
              <a:ext uri="{FF2B5EF4-FFF2-40B4-BE49-F238E27FC236}">
                <a16:creationId xmlns:a16="http://schemas.microsoft.com/office/drawing/2014/main" id="{FD7CA605-B875-0273-CADF-A734E69BE9FE}"/>
              </a:ext>
            </a:extLst>
          </p:cNvPr>
          <p:cNvSpPr txBox="1"/>
          <p:nvPr/>
        </p:nvSpPr>
        <p:spPr>
          <a:xfrm>
            <a:off x="1320100" y="599757"/>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8" name="Rectangle 27">
            <a:extLst>
              <a:ext uri="{FF2B5EF4-FFF2-40B4-BE49-F238E27FC236}">
                <a16:creationId xmlns:a16="http://schemas.microsoft.com/office/drawing/2014/main" id="{5D0C8555-F5F5-9A8D-EDE9-21FAD2B6F760}"/>
              </a:ext>
            </a:extLst>
          </p:cNvPr>
          <p:cNvSpPr/>
          <p:nvPr/>
        </p:nvSpPr>
        <p:spPr>
          <a:xfrm>
            <a:off x="0" y="554253"/>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1" name="TextBox 30">
            <a:extLst>
              <a:ext uri="{FF2B5EF4-FFF2-40B4-BE49-F238E27FC236}">
                <a16:creationId xmlns:a16="http://schemas.microsoft.com/office/drawing/2014/main" id="{E8DF8138-3F6C-4E3F-D14A-2D77A3C1671C}"/>
              </a:ext>
            </a:extLst>
          </p:cNvPr>
          <p:cNvSpPr txBox="1"/>
          <p:nvPr/>
        </p:nvSpPr>
        <p:spPr>
          <a:xfrm>
            <a:off x="100539" y="637108"/>
            <a:ext cx="1149236" cy="577081"/>
          </a:xfrm>
          <a:prstGeom prst="rect">
            <a:avLst/>
          </a:prstGeom>
          <a:noFill/>
        </p:spPr>
        <p:txBody>
          <a:bodyPr wrap="square" rtlCol="0">
            <a:spAutoFit/>
          </a:bodyPr>
          <a:lstStyle/>
          <a:p>
            <a:pPr algn="ctr"/>
            <a:r>
              <a:rPr lang="en-US" sz="1050" dirty="0"/>
              <a:t>CDRs standing orders and guidance</a:t>
            </a:r>
          </a:p>
        </p:txBody>
      </p:sp>
      <p:sp>
        <p:nvSpPr>
          <p:cNvPr id="3" name="Rectangle 2">
            <a:extLst>
              <a:ext uri="{FF2B5EF4-FFF2-40B4-BE49-F238E27FC236}">
                <a16:creationId xmlns:a16="http://schemas.microsoft.com/office/drawing/2014/main" id="{60B59B78-BF9C-5330-18B2-1D4A3D6A27E9}"/>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48D87BB-E579-375E-E6EA-4E052524D79B}"/>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8" name="TextBox 7">
            <a:extLst>
              <a:ext uri="{FF2B5EF4-FFF2-40B4-BE49-F238E27FC236}">
                <a16:creationId xmlns:a16="http://schemas.microsoft.com/office/drawing/2014/main" id="{74B4B2FF-3B2C-D39E-CF87-09786A33F333}"/>
              </a:ext>
            </a:extLst>
          </p:cNvPr>
          <p:cNvSpPr txBox="1"/>
          <p:nvPr/>
        </p:nvSpPr>
        <p:spPr>
          <a:xfrm>
            <a:off x="429682" y="3066048"/>
            <a:ext cx="8857189" cy="2862322"/>
          </a:xfrm>
          <a:prstGeom prst="rect">
            <a:avLst/>
          </a:prstGeom>
          <a:noFill/>
        </p:spPr>
        <p:txBody>
          <a:bodyPr wrap="square" rtlCol="0">
            <a:spAutoFit/>
          </a:bodyPr>
          <a:lstStyle/>
          <a:p>
            <a:r>
              <a:rPr lang="en-US" dirty="0"/>
              <a:t>Prompt: Using dependencies, construct a clear, concise, one-sentence mission statement following the doctrinal 5 </a:t>
            </a:r>
            <a:r>
              <a:rPr lang="en-US" dirty="0" err="1"/>
              <a:t>Ws</a:t>
            </a:r>
            <a:r>
              <a:rPr lang="en-US" dirty="0"/>
              <a:t> to include</a:t>
            </a:r>
          </a:p>
          <a:p>
            <a:r>
              <a:rPr lang="en-US" dirty="0"/>
              <a:t>Who: The specific executing unit (e.g., CJTF-Levant or 1st Brigade Combat Team).</a:t>
            </a:r>
          </a:p>
          <a:p>
            <a:r>
              <a:rPr lang="en-US" dirty="0"/>
              <a:t>What: The primary tactical or operational task (e.g., conducts amphibious assault or establishes security operations).</a:t>
            </a:r>
          </a:p>
          <a:p>
            <a:r>
              <a:rPr lang="en-US" dirty="0"/>
              <a:t>Where: The geographic location or assigned Area of Operations (AO).</a:t>
            </a:r>
          </a:p>
          <a:p>
            <a:r>
              <a:rPr lang="en-US" dirty="0"/>
              <a:t>When: The specific time or condition for task execution (e.g., NLT 1200Z).</a:t>
            </a:r>
          </a:p>
          <a:p>
            <a:r>
              <a:rPr lang="en-US" dirty="0"/>
              <a:t>Why: The operational purpose that links your task to higher' s intent (e.g., in order to deny enemy freedom of movement).</a:t>
            </a:r>
          </a:p>
          <a:p>
            <a:endParaRPr lang="en-US" dirty="0"/>
          </a:p>
        </p:txBody>
      </p:sp>
    </p:spTree>
    <p:extLst>
      <p:ext uri="{BB962C8B-B14F-4D97-AF65-F5344CB8AC3E}">
        <p14:creationId xmlns:p14="http://schemas.microsoft.com/office/powerpoint/2010/main" val="1298847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50A0C-56E7-71F5-7475-D25F1EE1E367}"/>
            </a:ext>
          </a:extLst>
        </p:cNvPr>
        <p:cNvGrpSpPr/>
        <p:nvPr/>
      </p:nvGrpSpPr>
      <p:grpSpPr>
        <a:xfrm>
          <a:off x="0" y="0"/>
          <a:ext cx="0" cy="0"/>
          <a:chOff x="0" y="0"/>
          <a:chExt cx="0" cy="0"/>
        </a:xfrm>
      </p:grpSpPr>
      <p:cxnSp>
        <p:nvCxnSpPr>
          <p:cNvPr id="24" name="Straight Arrow Connector 23">
            <a:extLst>
              <a:ext uri="{FF2B5EF4-FFF2-40B4-BE49-F238E27FC236}">
                <a16:creationId xmlns:a16="http://schemas.microsoft.com/office/drawing/2014/main" id="{B25E4C8B-64D6-03FE-308C-0B04EB831C2F}"/>
              </a:ext>
            </a:extLst>
          </p:cNvPr>
          <p:cNvCxnSpPr>
            <a:cxnSpLocks/>
          </p:cNvCxnSpPr>
          <p:nvPr/>
        </p:nvCxnSpPr>
        <p:spPr>
          <a:xfrm>
            <a:off x="7197131" y="1023756"/>
            <a:ext cx="29814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56CF15A0-9ADB-353E-9823-9E696AF17BC2}"/>
              </a:ext>
            </a:extLst>
          </p:cNvPr>
          <p:cNvSpPr/>
          <p:nvPr/>
        </p:nvSpPr>
        <p:spPr>
          <a:xfrm>
            <a:off x="10195975" y="638257"/>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1" name="TextBox 20">
            <a:extLst>
              <a:ext uri="{FF2B5EF4-FFF2-40B4-BE49-F238E27FC236}">
                <a16:creationId xmlns:a16="http://schemas.microsoft.com/office/drawing/2014/main" id="{EBC0CCE8-CB85-693C-03A5-CD9D8607586E}"/>
              </a:ext>
            </a:extLst>
          </p:cNvPr>
          <p:cNvSpPr txBox="1"/>
          <p:nvPr/>
        </p:nvSpPr>
        <p:spPr>
          <a:xfrm>
            <a:off x="10273095" y="754701"/>
            <a:ext cx="1658471" cy="415498"/>
          </a:xfrm>
          <a:prstGeom prst="rect">
            <a:avLst/>
          </a:prstGeom>
          <a:noFill/>
        </p:spPr>
        <p:txBody>
          <a:bodyPr wrap="square" rtlCol="0">
            <a:spAutoFit/>
          </a:bodyPr>
          <a:lstStyle/>
          <a:p>
            <a:pPr algn="ctr"/>
            <a:r>
              <a:rPr lang="en-US" sz="1050" dirty="0"/>
              <a:t>Intel Prep of the Battlefield</a:t>
            </a:r>
          </a:p>
        </p:txBody>
      </p:sp>
      <p:sp>
        <p:nvSpPr>
          <p:cNvPr id="29" name="TextBox 28">
            <a:extLst>
              <a:ext uri="{FF2B5EF4-FFF2-40B4-BE49-F238E27FC236}">
                <a16:creationId xmlns:a16="http://schemas.microsoft.com/office/drawing/2014/main" id="{425195DD-8857-2920-B62D-FEABCCF31BCA}"/>
              </a:ext>
            </a:extLst>
          </p:cNvPr>
          <p:cNvSpPr txBox="1"/>
          <p:nvPr/>
        </p:nvSpPr>
        <p:spPr>
          <a:xfrm>
            <a:off x="726140" y="0"/>
            <a:ext cx="1815177" cy="369332"/>
          </a:xfrm>
          <a:prstGeom prst="rect">
            <a:avLst/>
          </a:prstGeom>
          <a:noFill/>
        </p:spPr>
        <p:txBody>
          <a:bodyPr wrap="none" rtlCol="0">
            <a:spAutoFit/>
          </a:bodyPr>
          <a:lstStyle/>
          <a:p>
            <a:r>
              <a:rPr lang="en-US" dirty="0"/>
              <a:t>Mission analysis</a:t>
            </a:r>
          </a:p>
        </p:txBody>
      </p:sp>
      <p:sp>
        <p:nvSpPr>
          <p:cNvPr id="146" name="Rectangle 145">
            <a:extLst>
              <a:ext uri="{FF2B5EF4-FFF2-40B4-BE49-F238E27FC236}">
                <a16:creationId xmlns:a16="http://schemas.microsoft.com/office/drawing/2014/main" id="{0B17A5E5-22B3-44CB-1B14-F6B63B207872}"/>
              </a:ext>
            </a:extLst>
          </p:cNvPr>
          <p:cNvSpPr/>
          <p:nvPr/>
        </p:nvSpPr>
        <p:spPr>
          <a:xfrm>
            <a:off x="10047655" y="316868"/>
            <a:ext cx="2068164"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B99D81F0-8834-381E-3F9A-1E595C33354A}"/>
              </a:ext>
            </a:extLst>
          </p:cNvPr>
          <p:cNvSpPr txBox="1"/>
          <p:nvPr/>
        </p:nvSpPr>
        <p:spPr>
          <a:xfrm>
            <a:off x="10044928" y="335483"/>
            <a:ext cx="2040809" cy="307777"/>
          </a:xfrm>
          <a:prstGeom prst="rect">
            <a:avLst/>
          </a:prstGeom>
          <a:noFill/>
        </p:spPr>
        <p:txBody>
          <a:bodyPr wrap="square" rtlCol="0">
            <a:spAutoFit/>
          </a:bodyPr>
          <a:lstStyle/>
          <a:p>
            <a:pPr algn="ctr"/>
            <a:r>
              <a:rPr lang="en-US" sz="1400" dirty="0">
                <a:solidFill>
                  <a:schemeClr val="tx2">
                    <a:lumMod val="75000"/>
                    <a:lumOff val="25000"/>
                  </a:schemeClr>
                </a:solidFill>
              </a:rPr>
              <a:t>Mission Analysis Steps</a:t>
            </a:r>
          </a:p>
        </p:txBody>
      </p:sp>
      <p:sp>
        <p:nvSpPr>
          <p:cNvPr id="89" name="Rectangle 88">
            <a:extLst>
              <a:ext uri="{FF2B5EF4-FFF2-40B4-BE49-F238E27FC236}">
                <a16:creationId xmlns:a16="http://schemas.microsoft.com/office/drawing/2014/main" id="{1A924893-6918-0294-CBEB-2357994897D2}"/>
              </a:ext>
            </a:extLst>
          </p:cNvPr>
          <p:cNvSpPr/>
          <p:nvPr/>
        </p:nvSpPr>
        <p:spPr>
          <a:xfrm>
            <a:off x="8419062" y="647556"/>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74" name="TextBox 173">
            <a:extLst>
              <a:ext uri="{FF2B5EF4-FFF2-40B4-BE49-F238E27FC236}">
                <a16:creationId xmlns:a16="http://schemas.microsoft.com/office/drawing/2014/main" id="{C209F556-6158-6D41-D337-FBAF7AB38889}"/>
              </a:ext>
            </a:extLst>
          </p:cNvPr>
          <p:cNvSpPr txBox="1"/>
          <p:nvPr/>
        </p:nvSpPr>
        <p:spPr>
          <a:xfrm>
            <a:off x="8360516" y="739206"/>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84" name="Rectangle 183">
            <a:extLst>
              <a:ext uri="{FF2B5EF4-FFF2-40B4-BE49-F238E27FC236}">
                <a16:creationId xmlns:a16="http://schemas.microsoft.com/office/drawing/2014/main" id="{D002C4A2-C820-7A81-2372-7844B159D854}"/>
              </a:ext>
            </a:extLst>
          </p:cNvPr>
          <p:cNvSpPr/>
          <p:nvPr/>
        </p:nvSpPr>
        <p:spPr>
          <a:xfrm>
            <a:off x="7046861" y="686242"/>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5" name="TextBox 244">
            <a:extLst>
              <a:ext uri="{FF2B5EF4-FFF2-40B4-BE49-F238E27FC236}">
                <a16:creationId xmlns:a16="http://schemas.microsoft.com/office/drawing/2014/main" id="{3D5EFD95-1559-18B8-7FC8-4EF2027A826F}"/>
              </a:ext>
            </a:extLst>
          </p:cNvPr>
          <p:cNvSpPr txBox="1"/>
          <p:nvPr/>
        </p:nvSpPr>
        <p:spPr>
          <a:xfrm>
            <a:off x="7107517" y="658281"/>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33" name="Rectangle 32">
            <a:extLst>
              <a:ext uri="{FF2B5EF4-FFF2-40B4-BE49-F238E27FC236}">
                <a16:creationId xmlns:a16="http://schemas.microsoft.com/office/drawing/2014/main" id="{424EFB9B-3730-AAE4-625F-E117BB222CAE}"/>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BFFF614E-D1DB-E171-DC3B-67D467104238}"/>
              </a:ext>
            </a:extLst>
          </p:cNvPr>
          <p:cNvSpPr txBox="1"/>
          <p:nvPr/>
        </p:nvSpPr>
        <p:spPr>
          <a:xfrm>
            <a:off x="429682" y="1742960"/>
            <a:ext cx="5588581" cy="369332"/>
          </a:xfrm>
          <a:prstGeom prst="rect">
            <a:avLst/>
          </a:prstGeom>
          <a:noFill/>
        </p:spPr>
        <p:txBody>
          <a:bodyPr wrap="none" rtlCol="0">
            <a:spAutoFit/>
          </a:bodyPr>
          <a:lstStyle/>
          <a:p>
            <a:r>
              <a:rPr lang="en-US" dirty="0"/>
              <a:t>Upload:  Any intelligence and Analysis of the Operation</a:t>
            </a:r>
          </a:p>
        </p:txBody>
      </p:sp>
      <p:sp>
        <p:nvSpPr>
          <p:cNvPr id="40" name="TextBox 39">
            <a:extLst>
              <a:ext uri="{FF2B5EF4-FFF2-40B4-BE49-F238E27FC236}">
                <a16:creationId xmlns:a16="http://schemas.microsoft.com/office/drawing/2014/main" id="{0341B63B-9B0B-EFC5-D2ED-483063199A27}"/>
              </a:ext>
            </a:extLst>
          </p:cNvPr>
          <p:cNvSpPr txBox="1"/>
          <p:nvPr/>
        </p:nvSpPr>
        <p:spPr>
          <a:xfrm>
            <a:off x="321441" y="2521472"/>
            <a:ext cx="8857189" cy="3416320"/>
          </a:xfrm>
          <a:prstGeom prst="rect">
            <a:avLst/>
          </a:prstGeom>
          <a:noFill/>
        </p:spPr>
        <p:txBody>
          <a:bodyPr wrap="square" rtlCol="0">
            <a:spAutoFit/>
          </a:bodyPr>
          <a:lstStyle/>
          <a:p>
            <a:r>
              <a:rPr lang="en-US" dirty="0"/>
              <a:t>Prompt: map the psychological, cultural, physical, and virtual spaces that influence adversary or civilian behavior of the name of the operation and short description. Identify the scope of the information battlefield. This requires mapping out political, military, economic, social, information, and infrastructure (PMESII) systems, social media landscapes, cultural narratives, and the technical network topology. Analyze how the information environment affects friendly, adversary, and neutral operations. This involves assessing network bandwidth, satellite coverage, local media consumption habits, and information flow restrictions. Assess the adversary’s capabilities, doctrines, and vulnerabilities regarding information warfare. This identifies their Centers of Gravity (COGs), propaganda channels, troll networks, and psychological operations (PSYOPs) units. Develop a list of likely and most dangerous COAs that the adversary might use to control narratives, spread disinformation, or disrupt friendly command and control</a:t>
            </a:r>
          </a:p>
        </p:txBody>
      </p:sp>
    </p:spTree>
    <p:extLst>
      <p:ext uri="{BB962C8B-B14F-4D97-AF65-F5344CB8AC3E}">
        <p14:creationId xmlns:p14="http://schemas.microsoft.com/office/powerpoint/2010/main" val="1474035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7FB8C-624E-7EE1-B485-505B2406FFDE}"/>
            </a:ext>
          </a:extLst>
        </p:cNvPr>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FDAE5A51-2C36-F878-A079-503E74D3301B}"/>
              </a:ext>
            </a:extLst>
          </p:cNvPr>
          <p:cNvCxnSpPr>
            <a:cxnSpLocks/>
          </p:cNvCxnSpPr>
          <p:nvPr/>
        </p:nvCxnSpPr>
        <p:spPr>
          <a:xfrm>
            <a:off x="4016151" y="1063998"/>
            <a:ext cx="61718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2253EDF7-B0B0-E9DC-FE91-DE3369C8A656}"/>
              </a:ext>
            </a:extLst>
          </p:cNvPr>
          <p:cNvSpPr txBox="1"/>
          <p:nvPr/>
        </p:nvSpPr>
        <p:spPr>
          <a:xfrm>
            <a:off x="726140" y="0"/>
            <a:ext cx="1815177" cy="369332"/>
          </a:xfrm>
          <a:prstGeom prst="rect">
            <a:avLst/>
          </a:prstGeom>
          <a:noFill/>
        </p:spPr>
        <p:txBody>
          <a:bodyPr wrap="none" rtlCol="0">
            <a:spAutoFit/>
          </a:bodyPr>
          <a:lstStyle/>
          <a:p>
            <a:r>
              <a:rPr lang="en-US" dirty="0"/>
              <a:t>Mission analysis</a:t>
            </a:r>
          </a:p>
        </p:txBody>
      </p:sp>
      <p:sp>
        <p:nvSpPr>
          <p:cNvPr id="2" name="Rectangle 1">
            <a:extLst>
              <a:ext uri="{FF2B5EF4-FFF2-40B4-BE49-F238E27FC236}">
                <a16:creationId xmlns:a16="http://schemas.microsoft.com/office/drawing/2014/main" id="{8466CD30-8F20-8897-40BF-CECF78218486}"/>
              </a:ext>
            </a:extLst>
          </p:cNvPr>
          <p:cNvSpPr/>
          <p:nvPr/>
        </p:nvSpPr>
        <p:spPr>
          <a:xfrm>
            <a:off x="10210808" y="715430"/>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 name="TextBox 2">
            <a:extLst>
              <a:ext uri="{FF2B5EF4-FFF2-40B4-BE49-F238E27FC236}">
                <a16:creationId xmlns:a16="http://schemas.microsoft.com/office/drawing/2014/main" id="{FCB22361-0AE8-7DD3-82BF-5D1DC1D47264}"/>
              </a:ext>
            </a:extLst>
          </p:cNvPr>
          <p:cNvSpPr txBox="1"/>
          <p:nvPr/>
        </p:nvSpPr>
        <p:spPr>
          <a:xfrm>
            <a:off x="10295225" y="766066"/>
            <a:ext cx="1658471" cy="415498"/>
          </a:xfrm>
          <a:prstGeom prst="rect">
            <a:avLst/>
          </a:prstGeom>
          <a:noFill/>
        </p:spPr>
        <p:txBody>
          <a:bodyPr wrap="square" rtlCol="0">
            <a:spAutoFit/>
          </a:bodyPr>
          <a:lstStyle/>
          <a:p>
            <a:pPr algn="ctr"/>
            <a:r>
              <a:rPr lang="en-US" sz="1050" dirty="0"/>
              <a:t>Correlation of Forces and Means</a:t>
            </a:r>
          </a:p>
        </p:txBody>
      </p:sp>
      <p:sp>
        <p:nvSpPr>
          <p:cNvPr id="146" name="Rectangle 145">
            <a:extLst>
              <a:ext uri="{FF2B5EF4-FFF2-40B4-BE49-F238E27FC236}">
                <a16:creationId xmlns:a16="http://schemas.microsoft.com/office/drawing/2014/main" id="{3800EE87-3F1E-D39B-3021-0305A515DEAE}"/>
              </a:ext>
            </a:extLst>
          </p:cNvPr>
          <p:cNvSpPr/>
          <p:nvPr/>
        </p:nvSpPr>
        <p:spPr>
          <a:xfrm>
            <a:off x="10047655" y="316868"/>
            <a:ext cx="2068164"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EE796340-EE0F-E34B-B3CE-256AF9E1AFAB}"/>
              </a:ext>
            </a:extLst>
          </p:cNvPr>
          <p:cNvSpPr txBox="1"/>
          <p:nvPr/>
        </p:nvSpPr>
        <p:spPr>
          <a:xfrm>
            <a:off x="10044928" y="335483"/>
            <a:ext cx="2040809" cy="307777"/>
          </a:xfrm>
          <a:prstGeom prst="rect">
            <a:avLst/>
          </a:prstGeom>
          <a:noFill/>
        </p:spPr>
        <p:txBody>
          <a:bodyPr wrap="square" rtlCol="0">
            <a:spAutoFit/>
          </a:bodyPr>
          <a:lstStyle/>
          <a:p>
            <a:pPr algn="ctr"/>
            <a:r>
              <a:rPr lang="en-US" sz="1400" dirty="0">
                <a:solidFill>
                  <a:schemeClr val="tx2">
                    <a:lumMod val="75000"/>
                    <a:lumOff val="25000"/>
                  </a:schemeClr>
                </a:solidFill>
              </a:rPr>
              <a:t>Mission Analysis Steps</a:t>
            </a:r>
          </a:p>
        </p:txBody>
      </p:sp>
      <p:sp>
        <p:nvSpPr>
          <p:cNvPr id="50" name="Rectangle 49">
            <a:extLst>
              <a:ext uri="{FF2B5EF4-FFF2-40B4-BE49-F238E27FC236}">
                <a16:creationId xmlns:a16="http://schemas.microsoft.com/office/drawing/2014/main" id="{A1E27EC7-47C5-9474-463C-FDC6313DF418}"/>
              </a:ext>
            </a:extLst>
          </p:cNvPr>
          <p:cNvSpPr/>
          <p:nvPr/>
        </p:nvSpPr>
        <p:spPr>
          <a:xfrm>
            <a:off x="8511212" y="722159"/>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6" name="TextBox 55">
            <a:extLst>
              <a:ext uri="{FF2B5EF4-FFF2-40B4-BE49-F238E27FC236}">
                <a16:creationId xmlns:a16="http://schemas.microsoft.com/office/drawing/2014/main" id="{7F1D4FED-DD79-C8F0-F815-371B6FBC3171}"/>
              </a:ext>
            </a:extLst>
          </p:cNvPr>
          <p:cNvSpPr txBox="1"/>
          <p:nvPr/>
        </p:nvSpPr>
        <p:spPr>
          <a:xfrm>
            <a:off x="8511212" y="690225"/>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132" name="Rectangle 131">
            <a:extLst>
              <a:ext uri="{FF2B5EF4-FFF2-40B4-BE49-F238E27FC236}">
                <a16:creationId xmlns:a16="http://schemas.microsoft.com/office/drawing/2014/main" id="{F88FE56B-7E07-C5F4-24F6-30A770EA6192}"/>
              </a:ext>
            </a:extLst>
          </p:cNvPr>
          <p:cNvSpPr/>
          <p:nvPr/>
        </p:nvSpPr>
        <p:spPr>
          <a:xfrm>
            <a:off x="6931017" y="724729"/>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57" name="Rectangle 156">
            <a:extLst>
              <a:ext uri="{FF2B5EF4-FFF2-40B4-BE49-F238E27FC236}">
                <a16:creationId xmlns:a16="http://schemas.microsoft.com/office/drawing/2014/main" id="{1A4556DB-7ECC-0E37-229C-1F5DAC591AAB}"/>
              </a:ext>
            </a:extLst>
          </p:cNvPr>
          <p:cNvSpPr/>
          <p:nvPr/>
        </p:nvSpPr>
        <p:spPr>
          <a:xfrm>
            <a:off x="5189439" y="759702"/>
            <a:ext cx="1655442"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75" name="TextBox 174">
            <a:extLst>
              <a:ext uri="{FF2B5EF4-FFF2-40B4-BE49-F238E27FC236}">
                <a16:creationId xmlns:a16="http://schemas.microsoft.com/office/drawing/2014/main" id="{DF2E4993-03FB-CE45-7C1A-D144C3961E3F}"/>
              </a:ext>
            </a:extLst>
          </p:cNvPr>
          <p:cNvSpPr txBox="1"/>
          <p:nvPr/>
        </p:nvSpPr>
        <p:spPr>
          <a:xfrm>
            <a:off x="6930831" y="817298"/>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79" name="TextBox 178">
            <a:extLst>
              <a:ext uri="{FF2B5EF4-FFF2-40B4-BE49-F238E27FC236}">
                <a16:creationId xmlns:a16="http://schemas.microsoft.com/office/drawing/2014/main" id="{F0CCB9EF-6592-5ABD-69DF-D0D265906379}"/>
              </a:ext>
            </a:extLst>
          </p:cNvPr>
          <p:cNvSpPr txBox="1"/>
          <p:nvPr/>
        </p:nvSpPr>
        <p:spPr>
          <a:xfrm>
            <a:off x="5266473" y="613192"/>
            <a:ext cx="1523666" cy="738664"/>
          </a:xfrm>
          <a:prstGeom prst="rect">
            <a:avLst/>
          </a:prstGeom>
          <a:noFill/>
        </p:spPr>
        <p:txBody>
          <a:bodyPr wrap="square" rtlCol="0">
            <a:spAutoFit/>
          </a:bodyPr>
          <a:lstStyle/>
          <a:p>
            <a:pPr algn="ctr"/>
            <a:endParaRPr lang="en-US" sz="1050" dirty="0"/>
          </a:p>
          <a:p>
            <a:pPr algn="ctr"/>
            <a:r>
              <a:rPr lang="en-US" sz="1050" dirty="0"/>
              <a:t>Running Estimate</a:t>
            </a:r>
          </a:p>
          <a:p>
            <a:pPr algn="ctr"/>
            <a:r>
              <a:rPr lang="en-US" sz="1050" dirty="0"/>
              <a:t>(Uploads from each Info Force and Activity)</a:t>
            </a:r>
          </a:p>
        </p:txBody>
      </p:sp>
      <p:sp>
        <p:nvSpPr>
          <p:cNvPr id="185" name="Rectangle 184">
            <a:extLst>
              <a:ext uri="{FF2B5EF4-FFF2-40B4-BE49-F238E27FC236}">
                <a16:creationId xmlns:a16="http://schemas.microsoft.com/office/drawing/2014/main" id="{839F2901-37BE-2DC7-900F-11BC5F08ED5B}"/>
              </a:ext>
            </a:extLst>
          </p:cNvPr>
          <p:cNvSpPr/>
          <p:nvPr/>
        </p:nvSpPr>
        <p:spPr>
          <a:xfrm>
            <a:off x="3847714" y="763415"/>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6" name="TextBox 245">
            <a:extLst>
              <a:ext uri="{FF2B5EF4-FFF2-40B4-BE49-F238E27FC236}">
                <a16:creationId xmlns:a16="http://schemas.microsoft.com/office/drawing/2014/main" id="{BA23CD60-12D3-617D-E965-F5F68E706584}"/>
              </a:ext>
            </a:extLst>
          </p:cNvPr>
          <p:cNvSpPr txBox="1"/>
          <p:nvPr/>
        </p:nvSpPr>
        <p:spPr>
          <a:xfrm>
            <a:off x="3811209" y="780778"/>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33" name="Rectangle 32">
            <a:extLst>
              <a:ext uri="{FF2B5EF4-FFF2-40B4-BE49-F238E27FC236}">
                <a16:creationId xmlns:a16="http://schemas.microsoft.com/office/drawing/2014/main" id="{B50BFC99-6A03-DF80-1E89-ED355DF5D25D}"/>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1900A16-A3BC-2609-E572-3FC27485A70B}"/>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40" name="TextBox 39">
            <a:extLst>
              <a:ext uri="{FF2B5EF4-FFF2-40B4-BE49-F238E27FC236}">
                <a16:creationId xmlns:a16="http://schemas.microsoft.com/office/drawing/2014/main" id="{DECE73C7-DCC5-0974-100B-5AFB289B2401}"/>
              </a:ext>
            </a:extLst>
          </p:cNvPr>
          <p:cNvSpPr txBox="1"/>
          <p:nvPr/>
        </p:nvSpPr>
        <p:spPr>
          <a:xfrm>
            <a:off x="429682" y="3066048"/>
            <a:ext cx="8857189" cy="1754326"/>
          </a:xfrm>
          <a:prstGeom prst="rect">
            <a:avLst/>
          </a:prstGeom>
          <a:noFill/>
        </p:spPr>
        <p:txBody>
          <a:bodyPr wrap="square" rtlCol="0">
            <a:spAutoFit/>
          </a:bodyPr>
          <a:lstStyle/>
          <a:p>
            <a:r>
              <a:rPr lang="en-US" dirty="0"/>
              <a:t>Prompt: Assess the relative combat power of friendly and enemy forces. It compares quantitative and qualitative metrics to identify operational superiority and decide where to concentrate effects. Identify Quantitative and Qualitative Values, Formulate the Force Ratio, Factor in Non-Quantifiable Variables to include Terrain and Weather, Posture and Fortification, Information Advantage / Electronic Warfare: Surprise and Maneuver.  Evaluate Joint Capabilities.</a:t>
            </a:r>
          </a:p>
        </p:txBody>
      </p:sp>
    </p:spTree>
    <p:extLst>
      <p:ext uri="{BB962C8B-B14F-4D97-AF65-F5344CB8AC3E}">
        <p14:creationId xmlns:p14="http://schemas.microsoft.com/office/powerpoint/2010/main" val="2300436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8807D-66DE-27F3-72C7-2594FFB7EFD7}"/>
            </a:ext>
          </a:extLst>
        </p:cNvPr>
        <p:cNvGrpSpPr/>
        <p:nvPr/>
      </p:nvGrpSpPr>
      <p:grpSpPr>
        <a:xfrm>
          <a:off x="0" y="0"/>
          <a:ext cx="0" cy="0"/>
          <a:chOff x="0" y="0"/>
          <a:chExt cx="0" cy="0"/>
        </a:xfrm>
      </p:grpSpPr>
      <p:cxnSp>
        <p:nvCxnSpPr>
          <p:cNvPr id="14" name="Straight Arrow Connector 13">
            <a:extLst>
              <a:ext uri="{FF2B5EF4-FFF2-40B4-BE49-F238E27FC236}">
                <a16:creationId xmlns:a16="http://schemas.microsoft.com/office/drawing/2014/main" id="{588CA502-5848-FCCE-8999-DD8556AEC0D7}"/>
              </a:ext>
            </a:extLst>
          </p:cNvPr>
          <p:cNvCxnSpPr/>
          <p:nvPr/>
        </p:nvCxnSpPr>
        <p:spPr>
          <a:xfrm flipV="1">
            <a:off x="2004031" y="952666"/>
            <a:ext cx="81839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F9F2CB41-C439-3430-21E4-8E0D33B4F22E}"/>
              </a:ext>
            </a:extLst>
          </p:cNvPr>
          <p:cNvSpPr txBox="1"/>
          <p:nvPr/>
        </p:nvSpPr>
        <p:spPr>
          <a:xfrm>
            <a:off x="726140" y="0"/>
            <a:ext cx="1815177" cy="369332"/>
          </a:xfrm>
          <a:prstGeom prst="rect">
            <a:avLst/>
          </a:prstGeom>
          <a:noFill/>
        </p:spPr>
        <p:txBody>
          <a:bodyPr wrap="none" rtlCol="0">
            <a:spAutoFit/>
          </a:bodyPr>
          <a:lstStyle/>
          <a:p>
            <a:r>
              <a:rPr lang="en-US" dirty="0"/>
              <a:t>Mission analysis</a:t>
            </a:r>
          </a:p>
        </p:txBody>
      </p:sp>
      <p:sp>
        <p:nvSpPr>
          <p:cNvPr id="38" name="Rectangle 37">
            <a:extLst>
              <a:ext uri="{FF2B5EF4-FFF2-40B4-BE49-F238E27FC236}">
                <a16:creationId xmlns:a16="http://schemas.microsoft.com/office/drawing/2014/main" id="{B3F5CC2D-E338-93EE-2E7E-8C40D796D132}"/>
              </a:ext>
            </a:extLst>
          </p:cNvPr>
          <p:cNvSpPr/>
          <p:nvPr/>
        </p:nvSpPr>
        <p:spPr>
          <a:xfrm>
            <a:off x="10223508" y="625623"/>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9" name="TextBox 38">
            <a:extLst>
              <a:ext uri="{FF2B5EF4-FFF2-40B4-BE49-F238E27FC236}">
                <a16:creationId xmlns:a16="http://schemas.microsoft.com/office/drawing/2014/main" id="{53441CF2-433F-B671-8FA7-64DAE049F939}"/>
              </a:ext>
            </a:extLst>
          </p:cNvPr>
          <p:cNvSpPr txBox="1"/>
          <p:nvPr/>
        </p:nvSpPr>
        <p:spPr>
          <a:xfrm>
            <a:off x="10282523" y="821286"/>
            <a:ext cx="1658471" cy="253916"/>
          </a:xfrm>
          <a:prstGeom prst="rect">
            <a:avLst/>
          </a:prstGeom>
          <a:solidFill>
            <a:schemeClr val="bg1"/>
          </a:solidFill>
        </p:spPr>
        <p:txBody>
          <a:bodyPr wrap="square" rtlCol="0">
            <a:spAutoFit/>
          </a:bodyPr>
          <a:lstStyle/>
          <a:p>
            <a:pPr algn="ctr"/>
            <a:r>
              <a:rPr lang="en-US" sz="1050" dirty="0"/>
              <a:t>Identified Tasks</a:t>
            </a:r>
          </a:p>
        </p:txBody>
      </p:sp>
      <p:sp>
        <p:nvSpPr>
          <p:cNvPr id="146" name="Rectangle 145">
            <a:extLst>
              <a:ext uri="{FF2B5EF4-FFF2-40B4-BE49-F238E27FC236}">
                <a16:creationId xmlns:a16="http://schemas.microsoft.com/office/drawing/2014/main" id="{9B4E2267-7F4A-4595-A34E-63B84A54F967}"/>
              </a:ext>
            </a:extLst>
          </p:cNvPr>
          <p:cNvSpPr/>
          <p:nvPr/>
        </p:nvSpPr>
        <p:spPr>
          <a:xfrm>
            <a:off x="10047655" y="316868"/>
            <a:ext cx="2068164"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D4F55DF7-B0A0-E3B7-314A-DD1309E804F6}"/>
              </a:ext>
            </a:extLst>
          </p:cNvPr>
          <p:cNvSpPr txBox="1"/>
          <p:nvPr/>
        </p:nvSpPr>
        <p:spPr>
          <a:xfrm>
            <a:off x="10044928" y="335483"/>
            <a:ext cx="2040809" cy="307777"/>
          </a:xfrm>
          <a:prstGeom prst="rect">
            <a:avLst/>
          </a:prstGeom>
          <a:noFill/>
        </p:spPr>
        <p:txBody>
          <a:bodyPr wrap="square" rtlCol="0">
            <a:spAutoFit/>
          </a:bodyPr>
          <a:lstStyle/>
          <a:p>
            <a:pPr algn="ctr"/>
            <a:r>
              <a:rPr lang="en-US" sz="1400" dirty="0">
                <a:solidFill>
                  <a:schemeClr val="tx2">
                    <a:lumMod val="75000"/>
                    <a:lumOff val="25000"/>
                  </a:schemeClr>
                </a:solidFill>
              </a:rPr>
              <a:t>Mission Analysis Steps</a:t>
            </a:r>
          </a:p>
        </p:txBody>
      </p:sp>
      <p:sp>
        <p:nvSpPr>
          <p:cNvPr id="51" name="Rectangle 50">
            <a:extLst>
              <a:ext uri="{FF2B5EF4-FFF2-40B4-BE49-F238E27FC236}">
                <a16:creationId xmlns:a16="http://schemas.microsoft.com/office/drawing/2014/main" id="{830EEFBB-30D0-80A3-72A2-E909BF261FD7}"/>
              </a:ext>
            </a:extLst>
          </p:cNvPr>
          <p:cNvSpPr/>
          <p:nvPr/>
        </p:nvSpPr>
        <p:spPr>
          <a:xfrm>
            <a:off x="8511212" y="653169"/>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7" name="TextBox 56">
            <a:extLst>
              <a:ext uri="{FF2B5EF4-FFF2-40B4-BE49-F238E27FC236}">
                <a16:creationId xmlns:a16="http://schemas.microsoft.com/office/drawing/2014/main" id="{A3855545-9EFC-3C1A-37EF-E5AB0CDFFE61}"/>
              </a:ext>
            </a:extLst>
          </p:cNvPr>
          <p:cNvSpPr txBox="1"/>
          <p:nvPr/>
        </p:nvSpPr>
        <p:spPr>
          <a:xfrm>
            <a:off x="8511212" y="657890"/>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79" name="Rectangle 78">
            <a:extLst>
              <a:ext uri="{FF2B5EF4-FFF2-40B4-BE49-F238E27FC236}">
                <a16:creationId xmlns:a16="http://schemas.microsoft.com/office/drawing/2014/main" id="{DCBFA775-F53F-507A-BFD1-B94245D12F8C}"/>
              </a:ext>
            </a:extLst>
          </p:cNvPr>
          <p:cNvSpPr/>
          <p:nvPr/>
        </p:nvSpPr>
        <p:spPr>
          <a:xfrm>
            <a:off x="6941882" y="642223"/>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8" name="Rectangle 137">
            <a:extLst>
              <a:ext uri="{FF2B5EF4-FFF2-40B4-BE49-F238E27FC236}">
                <a16:creationId xmlns:a16="http://schemas.microsoft.com/office/drawing/2014/main" id="{D5706981-ACB0-62AF-31FA-A193EE62BC85}"/>
              </a:ext>
            </a:extLst>
          </p:cNvPr>
          <p:cNvSpPr/>
          <p:nvPr/>
        </p:nvSpPr>
        <p:spPr>
          <a:xfrm>
            <a:off x="5286938" y="634922"/>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59" name="Rectangle 158">
            <a:extLst>
              <a:ext uri="{FF2B5EF4-FFF2-40B4-BE49-F238E27FC236}">
                <a16:creationId xmlns:a16="http://schemas.microsoft.com/office/drawing/2014/main" id="{E0210874-927B-F815-1323-094D5A761192}"/>
              </a:ext>
            </a:extLst>
          </p:cNvPr>
          <p:cNvSpPr/>
          <p:nvPr/>
        </p:nvSpPr>
        <p:spPr>
          <a:xfrm>
            <a:off x="3545360" y="669895"/>
            <a:ext cx="1655442"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67" name="TextBox 166">
            <a:extLst>
              <a:ext uri="{FF2B5EF4-FFF2-40B4-BE49-F238E27FC236}">
                <a16:creationId xmlns:a16="http://schemas.microsoft.com/office/drawing/2014/main" id="{76631C36-7066-ECDB-ADD3-56B3B93E7CEF}"/>
              </a:ext>
            </a:extLst>
          </p:cNvPr>
          <p:cNvSpPr txBox="1"/>
          <p:nvPr/>
        </p:nvSpPr>
        <p:spPr>
          <a:xfrm>
            <a:off x="6900679" y="713923"/>
            <a:ext cx="1658471" cy="415498"/>
          </a:xfrm>
          <a:prstGeom prst="rect">
            <a:avLst/>
          </a:prstGeom>
          <a:noFill/>
        </p:spPr>
        <p:txBody>
          <a:bodyPr wrap="square" rtlCol="0">
            <a:spAutoFit/>
          </a:bodyPr>
          <a:lstStyle/>
          <a:p>
            <a:pPr algn="ctr"/>
            <a:r>
              <a:rPr lang="en-US" sz="1050" dirty="0"/>
              <a:t>Higher HQs Mission (Generated)</a:t>
            </a:r>
          </a:p>
        </p:txBody>
      </p:sp>
      <p:sp>
        <p:nvSpPr>
          <p:cNvPr id="176" name="TextBox 175">
            <a:extLst>
              <a:ext uri="{FF2B5EF4-FFF2-40B4-BE49-F238E27FC236}">
                <a16:creationId xmlns:a16="http://schemas.microsoft.com/office/drawing/2014/main" id="{41ADD784-A007-2526-833A-6C0ED0691DE8}"/>
              </a:ext>
            </a:extLst>
          </p:cNvPr>
          <p:cNvSpPr txBox="1"/>
          <p:nvPr/>
        </p:nvSpPr>
        <p:spPr>
          <a:xfrm>
            <a:off x="5293768" y="724971"/>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80" name="TextBox 179">
            <a:extLst>
              <a:ext uri="{FF2B5EF4-FFF2-40B4-BE49-F238E27FC236}">
                <a16:creationId xmlns:a16="http://schemas.microsoft.com/office/drawing/2014/main" id="{93BA15C5-862F-2D8F-43A2-2F939CC3792F}"/>
              </a:ext>
            </a:extLst>
          </p:cNvPr>
          <p:cNvSpPr txBox="1"/>
          <p:nvPr/>
        </p:nvSpPr>
        <p:spPr>
          <a:xfrm>
            <a:off x="3627931" y="549040"/>
            <a:ext cx="1523666" cy="738664"/>
          </a:xfrm>
          <a:prstGeom prst="rect">
            <a:avLst/>
          </a:prstGeom>
          <a:noFill/>
        </p:spPr>
        <p:txBody>
          <a:bodyPr wrap="square" rtlCol="0">
            <a:spAutoFit/>
          </a:bodyPr>
          <a:lstStyle/>
          <a:p>
            <a:pPr algn="ctr"/>
            <a:endParaRPr lang="en-US" sz="1050" dirty="0"/>
          </a:p>
          <a:p>
            <a:pPr algn="ctr"/>
            <a:r>
              <a:rPr lang="en-US" sz="1050" dirty="0"/>
              <a:t>Running Estimate</a:t>
            </a:r>
          </a:p>
          <a:p>
            <a:pPr algn="ctr"/>
            <a:r>
              <a:rPr lang="en-US" sz="1050" dirty="0"/>
              <a:t>(Uploads from each Info Force and Activity)</a:t>
            </a:r>
          </a:p>
        </p:txBody>
      </p:sp>
      <p:sp>
        <p:nvSpPr>
          <p:cNvPr id="186" name="Rectangle 185">
            <a:extLst>
              <a:ext uri="{FF2B5EF4-FFF2-40B4-BE49-F238E27FC236}">
                <a16:creationId xmlns:a16="http://schemas.microsoft.com/office/drawing/2014/main" id="{966E6DD6-C068-407A-B760-1ACFE8C04097}"/>
              </a:ext>
            </a:extLst>
          </p:cNvPr>
          <p:cNvSpPr/>
          <p:nvPr/>
        </p:nvSpPr>
        <p:spPr>
          <a:xfrm>
            <a:off x="2203635" y="673608"/>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0" name="Rectangle 239">
            <a:extLst>
              <a:ext uri="{FF2B5EF4-FFF2-40B4-BE49-F238E27FC236}">
                <a16:creationId xmlns:a16="http://schemas.microsoft.com/office/drawing/2014/main" id="{35F90B08-D8F2-E21E-F2DB-AF3EF31AC5FC}"/>
              </a:ext>
            </a:extLst>
          </p:cNvPr>
          <p:cNvSpPr/>
          <p:nvPr/>
        </p:nvSpPr>
        <p:spPr>
          <a:xfrm>
            <a:off x="789796" y="669895"/>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7" name="TextBox 246">
            <a:extLst>
              <a:ext uri="{FF2B5EF4-FFF2-40B4-BE49-F238E27FC236}">
                <a16:creationId xmlns:a16="http://schemas.microsoft.com/office/drawing/2014/main" id="{57832507-02D1-5FF8-483A-951FBAB23D6C}"/>
              </a:ext>
            </a:extLst>
          </p:cNvPr>
          <p:cNvSpPr txBox="1"/>
          <p:nvPr/>
        </p:nvSpPr>
        <p:spPr>
          <a:xfrm>
            <a:off x="2226792" y="695323"/>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50" name="TextBox 249">
            <a:extLst>
              <a:ext uri="{FF2B5EF4-FFF2-40B4-BE49-F238E27FC236}">
                <a16:creationId xmlns:a16="http://schemas.microsoft.com/office/drawing/2014/main" id="{10A6349D-C0C0-6D34-9F81-30DA75A4D9AF}"/>
              </a:ext>
            </a:extLst>
          </p:cNvPr>
          <p:cNvSpPr txBox="1"/>
          <p:nvPr/>
        </p:nvSpPr>
        <p:spPr>
          <a:xfrm>
            <a:off x="867432" y="667777"/>
            <a:ext cx="1149236" cy="577081"/>
          </a:xfrm>
          <a:prstGeom prst="rect">
            <a:avLst/>
          </a:prstGeom>
          <a:noFill/>
        </p:spPr>
        <p:txBody>
          <a:bodyPr wrap="square" rtlCol="0">
            <a:spAutoFit/>
          </a:bodyPr>
          <a:lstStyle/>
          <a:p>
            <a:pPr algn="ctr"/>
            <a:r>
              <a:rPr lang="en-US" sz="1050" dirty="0"/>
              <a:t>CDRs standing orders and guidance</a:t>
            </a:r>
          </a:p>
        </p:txBody>
      </p:sp>
      <p:sp>
        <p:nvSpPr>
          <p:cNvPr id="33" name="Rectangle 32">
            <a:extLst>
              <a:ext uri="{FF2B5EF4-FFF2-40B4-BE49-F238E27FC236}">
                <a16:creationId xmlns:a16="http://schemas.microsoft.com/office/drawing/2014/main" id="{909BC6A4-71C4-9C38-7C66-AB61D837E88D}"/>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96CDD002-0E81-5F95-4D0F-89CD64786C1D}"/>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40" name="TextBox 39">
            <a:extLst>
              <a:ext uri="{FF2B5EF4-FFF2-40B4-BE49-F238E27FC236}">
                <a16:creationId xmlns:a16="http://schemas.microsoft.com/office/drawing/2014/main" id="{41CFDAA9-A2AC-5E2B-1CF2-600A1CC7F18F}"/>
              </a:ext>
            </a:extLst>
          </p:cNvPr>
          <p:cNvSpPr txBox="1"/>
          <p:nvPr/>
        </p:nvSpPr>
        <p:spPr>
          <a:xfrm>
            <a:off x="429682" y="3066048"/>
            <a:ext cx="8857189" cy="646331"/>
          </a:xfrm>
          <a:prstGeom prst="rect">
            <a:avLst/>
          </a:prstGeom>
          <a:noFill/>
        </p:spPr>
        <p:txBody>
          <a:bodyPr wrap="square" rtlCol="0">
            <a:spAutoFit/>
          </a:bodyPr>
          <a:lstStyle/>
          <a:p>
            <a:r>
              <a:rPr lang="en-US" dirty="0"/>
              <a:t>Prompt: Using the dependencies, Identify Specified Tasks, Derive Implied Tasks, Determine Essential Tasks</a:t>
            </a:r>
          </a:p>
        </p:txBody>
      </p:sp>
    </p:spTree>
    <p:extLst>
      <p:ext uri="{BB962C8B-B14F-4D97-AF65-F5344CB8AC3E}">
        <p14:creationId xmlns:p14="http://schemas.microsoft.com/office/powerpoint/2010/main" val="439691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69BE7-AE60-FE83-2411-0C11237BB930}"/>
            </a:ext>
          </a:extLst>
        </p:cNvPr>
        <p:cNvGrpSpPr/>
        <p:nvPr/>
      </p:nvGrpSpPr>
      <p:grpSpPr>
        <a:xfrm>
          <a:off x="0" y="0"/>
          <a:ext cx="0" cy="0"/>
          <a:chOff x="0" y="0"/>
          <a:chExt cx="0" cy="0"/>
        </a:xfrm>
      </p:grpSpPr>
      <p:cxnSp>
        <p:nvCxnSpPr>
          <p:cNvPr id="30" name="Straight Arrow Connector 29">
            <a:extLst>
              <a:ext uri="{FF2B5EF4-FFF2-40B4-BE49-F238E27FC236}">
                <a16:creationId xmlns:a16="http://schemas.microsoft.com/office/drawing/2014/main" id="{8881FE95-F1B7-4EA2-9D83-D8AD25E8955A}"/>
              </a:ext>
            </a:extLst>
          </p:cNvPr>
          <p:cNvCxnSpPr>
            <a:cxnSpLocks/>
            <a:stCxn id="251" idx="1"/>
          </p:cNvCxnSpPr>
          <p:nvPr/>
        </p:nvCxnSpPr>
        <p:spPr>
          <a:xfrm>
            <a:off x="7013669" y="1008942"/>
            <a:ext cx="3174299" cy="227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5FA0BFF2-7353-FAF6-0FF3-9DE838F4C38C}"/>
              </a:ext>
            </a:extLst>
          </p:cNvPr>
          <p:cNvSpPr txBox="1"/>
          <p:nvPr/>
        </p:nvSpPr>
        <p:spPr>
          <a:xfrm>
            <a:off x="726140" y="0"/>
            <a:ext cx="1815177" cy="369332"/>
          </a:xfrm>
          <a:prstGeom prst="rect">
            <a:avLst/>
          </a:prstGeom>
          <a:noFill/>
        </p:spPr>
        <p:txBody>
          <a:bodyPr wrap="none" rtlCol="0">
            <a:spAutoFit/>
          </a:bodyPr>
          <a:lstStyle/>
          <a:p>
            <a:r>
              <a:rPr lang="en-US" dirty="0"/>
              <a:t>Mission analysis</a:t>
            </a:r>
          </a:p>
        </p:txBody>
      </p:sp>
      <p:sp>
        <p:nvSpPr>
          <p:cNvPr id="146" name="Rectangle 145">
            <a:extLst>
              <a:ext uri="{FF2B5EF4-FFF2-40B4-BE49-F238E27FC236}">
                <a16:creationId xmlns:a16="http://schemas.microsoft.com/office/drawing/2014/main" id="{F4672C3E-7AB0-1C08-EB63-16392ABC992D}"/>
              </a:ext>
            </a:extLst>
          </p:cNvPr>
          <p:cNvSpPr/>
          <p:nvPr/>
        </p:nvSpPr>
        <p:spPr>
          <a:xfrm>
            <a:off x="10047655" y="316868"/>
            <a:ext cx="2068164"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D71739A6-8510-BF02-4347-9C0E881B4F06}"/>
              </a:ext>
            </a:extLst>
          </p:cNvPr>
          <p:cNvSpPr txBox="1"/>
          <p:nvPr/>
        </p:nvSpPr>
        <p:spPr>
          <a:xfrm>
            <a:off x="10044928" y="335483"/>
            <a:ext cx="2040809" cy="307777"/>
          </a:xfrm>
          <a:prstGeom prst="rect">
            <a:avLst/>
          </a:prstGeom>
          <a:noFill/>
        </p:spPr>
        <p:txBody>
          <a:bodyPr wrap="square" rtlCol="0">
            <a:spAutoFit/>
          </a:bodyPr>
          <a:lstStyle/>
          <a:p>
            <a:pPr algn="ctr"/>
            <a:r>
              <a:rPr lang="en-US" sz="1400" dirty="0">
                <a:solidFill>
                  <a:schemeClr val="tx2">
                    <a:lumMod val="75000"/>
                    <a:lumOff val="25000"/>
                  </a:schemeClr>
                </a:solidFill>
              </a:rPr>
              <a:t>Mission Analysis Steps</a:t>
            </a:r>
          </a:p>
        </p:txBody>
      </p:sp>
      <p:sp>
        <p:nvSpPr>
          <p:cNvPr id="8" name="Rectangle 7">
            <a:extLst>
              <a:ext uri="{FF2B5EF4-FFF2-40B4-BE49-F238E27FC236}">
                <a16:creationId xmlns:a16="http://schemas.microsoft.com/office/drawing/2014/main" id="{BF10ADA3-204A-8D07-08A9-3D127123553F}"/>
              </a:ext>
            </a:extLst>
          </p:cNvPr>
          <p:cNvSpPr/>
          <p:nvPr/>
        </p:nvSpPr>
        <p:spPr>
          <a:xfrm>
            <a:off x="10201751" y="666643"/>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 name="TextBox 10">
            <a:extLst>
              <a:ext uri="{FF2B5EF4-FFF2-40B4-BE49-F238E27FC236}">
                <a16:creationId xmlns:a16="http://schemas.microsoft.com/office/drawing/2014/main" id="{9C3B2A7E-57B1-E52B-D9D2-9003FD4EC1B6}"/>
              </a:ext>
            </a:extLst>
          </p:cNvPr>
          <p:cNvSpPr txBox="1"/>
          <p:nvPr/>
        </p:nvSpPr>
        <p:spPr>
          <a:xfrm>
            <a:off x="10345186" y="747890"/>
            <a:ext cx="1658471" cy="415498"/>
          </a:xfrm>
          <a:prstGeom prst="rect">
            <a:avLst/>
          </a:prstGeom>
          <a:solidFill>
            <a:schemeClr val="bg1"/>
          </a:solidFill>
        </p:spPr>
        <p:txBody>
          <a:bodyPr wrap="square" rtlCol="0">
            <a:spAutoFit/>
          </a:bodyPr>
          <a:lstStyle/>
          <a:p>
            <a:pPr algn="ctr"/>
            <a:r>
              <a:rPr lang="en-US" sz="1050" dirty="0"/>
              <a:t>Commander’s intent and planning guidance</a:t>
            </a:r>
          </a:p>
        </p:txBody>
      </p:sp>
      <p:sp>
        <p:nvSpPr>
          <p:cNvPr id="142" name="Rectangle 141">
            <a:extLst>
              <a:ext uri="{FF2B5EF4-FFF2-40B4-BE49-F238E27FC236}">
                <a16:creationId xmlns:a16="http://schemas.microsoft.com/office/drawing/2014/main" id="{DA8BA092-B3F2-EFF7-8793-6A2242460A27}"/>
              </a:ext>
            </a:extLst>
          </p:cNvPr>
          <p:cNvSpPr/>
          <p:nvPr/>
        </p:nvSpPr>
        <p:spPr>
          <a:xfrm>
            <a:off x="8406732" y="675942"/>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77" name="TextBox 176">
            <a:extLst>
              <a:ext uri="{FF2B5EF4-FFF2-40B4-BE49-F238E27FC236}">
                <a16:creationId xmlns:a16="http://schemas.microsoft.com/office/drawing/2014/main" id="{B9C3736D-57CD-26F8-976B-031543DD1A0B}"/>
              </a:ext>
            </a:extLst>
          </p:cNvPr>
          <p:cNvSpPr txBox="1"/>
          <p:nvPr/>
        </p:nvSpPr>
        <p:spPr>
          <a:xfrm>
            <a:off x="8392728" y="743214"/>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241" name="Rectangle 240">
            <a:extLst>
              <a:ext uri="{FF2B5EF4-FFF2-40B4-BE49-F238E27FC236}">
                <a16:creationId xmlns:a16="http://schemas.microsoft.com/office/drawing/2014/main" id="{FB3B7267-1097-C1A0-7DD8-427F3BD8EB1A}"/>
              </a:ext>
            </a:extLst>
          </p:cNvPr>
          <p:cNvSpPr/>
          <p:nvPr/>
        </p:nvSpPr>
        <p:spPr>
          <a:xfrm>
            <a:off x="6987766" y="710915"/>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51" name="TextBox 250">
            <a:extLst>
              <a:ext uri="{FF2B5EF4-FFF2-40B4-BE49-F238E27FC236}">
                <a16:creationId xmlns:a16="http://schemas.microsoft.com/office/drawing/2014/main" id="{B35BDEBF-F1C6-CA1E-DA54-B4E942E9D20D}"/>
              </a:ext>
            </a:extLst>
          </p:cNvPr>
          <p:cNvSpPr txBox="1"/>
          <p:nvPr/>
        </p:nvSpPr>
        <p:spPr>
          <a:xfrm>
            <a:off x="7013669" y="720401"/>
            <a:ext cx="1149236" cy="577081"/>
          </a:xfrm>
          <a:prstGeom prst="rect">
            <a:avLst/>
          </a:prstGeom>
          <a:noFill/>
        </p:spPr>
        <p:txBody>
          <a:bodyPr wrap="square" rtlCol="0">
            <a:spAutoFit/>
          </a:bodyPr>
          <a:lstStyle/>
          <a:p>
            <a:pPr algn="ctr"/>
            <a:r>
              <a:rPr lang="en-US" sz="1050" dirty="0"/>
              <a:t>CDRs standing orders and guidance</a:t>
            </a:r>
          </a:p>
        </p:txBody>
      </p:sp>
      <p:sp>
        <p:nvSpPr>
          <p:cNvPr id="33" name="Rectangle 32">
            <a:extLst>
              <a:ext uri="{FF2B5EF4-FFF2-40B4-BE49-F238E27FC236}">
                <a16:creationId xmlns:a16="http://schemas.microsoft.com/office/drawing/2014/main" id="{B7348C6F-DDF0-1F3C-9C2A-7CDB8DB5318E}"/>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174CD0C2-70B5-FA7A-C6D9-87F6886C20AE}"/>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40" name="TextBox 39">
            <a:extLst>
              <a:ext uri="{FF2B5EF4-FFF2-40B4-BE49-F238E27FC236}">
                <a16:creationId xmlns:a16="http://schemas.microsoft.com/office/drawing/2014/main" id="{78B85545-7C65-37A0-3289-9A51F1D9CA3D}"/>
              </a:ext>
            </a:extLst>
          </p:cNvPr>
          <p:cNvSpPr txBox="1"/>
          <p:nvPr/>
        </p:nvSpPr>
        <p:spPr>
          <a:xfrm>
            <a:off x="429682" y="3066048"/>
            <a:ext cx="8857189" cy="646331"/>
          </a:xfrm>
          <a:prstGeom prst="rect">
            <a:avLst/>
          </a:prstGeom>
          <a:noFill/>
        </p:spPr>
        <p:txBody>
          <a:bodyPr wrap="square" rtlCol="0">
            <a:spAutoFit/>
          </a:bodyPr>
          <a:lstStyle/>
          <a:p>
            <a:r>
              <a:rPr lang="en-US" dirty="0"/>
              <a:t>Prompt: Using dependencies, analyze the higher headquarters’ order and break down the </a:t>
            </a:r>
            <a:r>
              <a:rPr lang="en-US" b="1" dirty="0"/>
              <a:t>Purpose, Key Tasks, and Desired End State</a:t>
            </a:r>
            <a:endParaRPr lang="en-US" dirty="0"/>
          </a:p>
        </p:txBody>
      </p:sp>
      <p:sp>
        <p:nvSpPr>
          <p:cNvPr id="42" name="Rectangle 41">
            <a:extLst>
              <a:ext uri="{FF2B5EF4-FFF2-40B4-BE49-F238E27FC236}">
                <a16:creationId xmlns:a16="http://schemas.microsoft.com/office/drawing/2014/main" id="{8A33A312-E1F2-3715-0F9F-1B923ECC0A68}"/>
              </a:ext>
            </a:extLst>
          </p:cNvPr>
          <p:cNvSpPr/>
          <p:nvPr/>
        </p:nvSpPr>
        <p:spPr>
          <a:xfrm>
            <a:off x="5513099" y="700961"/>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4" name="TextBox 43">
            <a:extLst>
              <a:ext uri="{FF2B5EF4-FFF2-40B4-BE49-F238E27FC236}">
                <a16:creationId xmlns:a16="http://schemas.microsoft.com/office/drawing/2014/main" id="{555E410C-99C6-A2D7-E563-756EC5F687BD}"/>
              </a:ext>
            </a:extLst>
          </p:cNvPr>
          <p:cNvSpPr txBox="1"/>
          <p:nvPr/>
        </p:nvSpPr>
        <p:spPr>
          <a:xfrm>
            <a:off x="5513099" y="655958"/>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47" name="Rectangle 46">
            <a:extLst>
              <a:ext uri="{FF2B5EF4-FFF2-40B4-BE49-F238E27FC236}">
                <a16:creationId xmlns:a16="http://schemas.microsoft.com/office/drawing/2014/main" id="{F54B8613-19EA-3AAB-228F-22335CC92AAB}"/>
              </a:ext>
            </a:extLst>
          </p:cNvPr>
          <p:cNvSpPr/>
          <p:nvPr/>
        </p:nvSpPr>
        <p:spPr>
          <a:xfrm>
            <a:off x="3922016" y="686108"/>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2" name="TextBox 51">
            <a:extLst>
              <a:ext uri="{FF2B5EF4-FFF2-40B4-BE49-F238E27FC236}">
                <a16:creationId xmlns:a16="http://schemas.microsoft.com/office/drawing/2014/main" id="{C24CE149-B467-269B-AB46-68B702D5CF62}"/>
              </a:ext>
            </a:extLst>
          </p:cNvPr>
          <p:cNvSpPr txBox="1"/>
          <p:nvPr/>
        </p:nvSpPr>
        <p:spPr>
          <a:xfrm>
            <a:off x="3816480" y="836348"/>
            <a:ext cx="1658471" cy="415498"/>
          </a:xfrm>
          <a:prstGeom prst="rect">
            <a:avLst/>
          </a:prstGeom>
          <a:noFill/>
        </p:spPr>
        <p:txBody>
          <a:bodyPr wrap="square" rtlCol="0">
            <a:spAutoFit/>
          </a:bodyPr>
          <a:lstStyle/>
          <a:p>
            <a:pPr algn="ctr"/>
            <a:r>
              <a:rPr lang="en-US" sz="1050" dirty="0"/>
              <a:t> higher HQs Mission</a:t>
            </a:r>
          </a:p>
          <a:p>
            <a:pPr algn="ctr"/>
            <a:r>
              <a:rPr lang="en-US" sz="1050" dirty="0"/>
              <a:t>(Generated)</a:t>
            </a:r>
          </a:p>
        </p:txBody>
      </p:sp>
    </p:spTree>
    <p:extLst>
      <p:ext uri="{BB962C8B-B14F-4D97-AF65-F5344CB8AC3E}">
        <p14:creationId xmlns:p14="http://schemas.microsoft.com/office/powerpoint/2010/main" val="2190618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BA651-9DD3-730E-75FB-92BF098299C5}"/>
            </a:ext>
          </a:extLst>
        </p:cNvPr>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D8A95B9C-741A-859B-76D3-FA73C8892754}"/>
              </a:ext>
            </a:extLst>
          </p:cNvPr>
          <p:cNvCxnSpPr/>
          <p:nvPr/>
        </p:nvCxnSpPr>
        <p:spPr>
          <a:xfrm flipV="1">
            <a:off x="2016672" y="1029095"/>
            <a:ext cx="81839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BCF1D377-C82D-2D1A-1F54-E26876F1452B}"/>
              </a:ext>
            </a:extLst>
          </p:cNvPr>
          <p:cNvSpPr txBox="1"/>
          <p:nvPr/>
        </p:nvSpPr>
        <p:spPr>
          <a:xfrm>
            <a:off x="726140" y="0"/>
            <a:ext cx="1815177" cy="369332"/>
          </a:xfrm>
          <a:prstGeom prst="rect">
            <a:avLst/>
          </a:prstGeom>
          <a:noFill/>
        </p:spPr>
        <p:txBody>
          <a:bodyPr wrap="none" rtlCol="0">
            <a:spAutoFit/>
          </a:bodyPr>
          <a:lstStyle/>
          <a:p>
            <a:r>
              <a:rPr lang="en-US" dirty="0"/>
              <a:t>Mission analysis</a:t>
            </a:r>
          </a:p>
        </p:txBody>
      </p:sp>
      <p:sp>
        <p:nvSpPr>
          <p:cNvPr id="146" name="Rectangle 145">
            <a:extLst>
              <a:ext uri="{FF2B5EF4-FFF2-40B4-BE49-F238E27FC236}">
                <a16:creationId xmlns:a16="http://schemas.microsoft.com/office/drawing/2014/main" id="{2F39680E-0FA4-C021-67D9-2A232D158AE8}"/>
              </a:ext>
            </a:extLst>
          </p:cNvPr>
          <p:cNvSpPr/>
          <p:nvPr/>
        </p:nvSpPr>
        <p:spPr>
          <a:xfrm>
            <a:off x="10047655" y="316868"/>
            <a:ext cx="2068164" cy="6359786"/>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CBB27890-DE30-2D93-0310-916D81E46061}"/>
              </a:ext>
            </a:extLst>
          </p:cNvPr>
          <p:cNvSpPr txBox="1"/>
          <p:nvPr/>
        </p:nvSpPr>
        <p:spPr>
          <a:xfrm>
            <a:off x="10044928" y="335483"/>
            <a:ext cx="2040809" cy="307777"/>
          </a:xfrm>
          <a:prstGeom prst="rect">
            <a:avLst/>
          </a:prstGeom>
          <a:noFill/>
        </p:spPr>
        <p:txBody>
          <a:bodyPr wrap="square" rtlCol="0">
            <a:spAutoFit/>
          </a:bodyPr>
          <a:lstStyle/>
          <a:p>
            <a:pPr algn="ctr"/>
            <a:r>
              <a:rPr lang="en-US" sz="1400" dirty="0">
                <a:solidFill>
                  <a:schemeClr val="tx2">
                    <a:lumMod val="75000"/>
                    <a:lumOff val="25000"/>
                  </a:schemeClr>
                </a:solidFill>
              </a:rPr>
              <a:t>Mission Analysis Steps</a:t>
            </a:r>
          </a:p>
        </p:txBody>
      </p:sp>
      <p:sp>
        <p:nvSpPr>
          <p:cNvPr id="9" name="Rectangle 8">
            <a:extLst>
              <a:ext uri="{FF2B5EF4-FFF2-40B4-BE49-F238E27FC236}">
                <a16:creationId xmlns:a16="http://schemas.microsoft.com/office/drawing/2014/main" id="{01242CD0-F3BE-8F54-0BBE-959A09A6A1D2}"/>
              </a:ext>
            </a:extLst>
          </p:cNvPr>
          <p:cNvSpPr/>
          <p:nvPr/>
        </p:nvSpPr>
        <p:spPr>
          <a:xfrm>
            <a:off x="10223508" y="712980"/>
            <a:ext cx="180190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 name="TextBox 9">
            <a:extLst>
              <a:ext uri="{FF2B5EF4-FFF2-40B4-BE49-F238E27FC236}">
                <a16:creationId xmlns:a16="http://schemas.microsoft.com/office/drawing/2014/main" id="{3936D934-ABCA-3A7B-3F06-1C0784051102}"/>
              </a:ext>
            </a:extLst>
          </p:cNvPr>
          <p:cNvSpPr txBox="1"/>
          <p:nvPr/>
        </p:nvSpPr>
        <p:spPr>
          <a:xfrm>
            <a:off x="10345186" y="873156"/>
            <a:ext cx="1658471" cy="253916"/>
          </a:xfrm>
          <a:prstGeom prst="rect">
            <a:avLst/>
          </a:prstGeom>
          <a:noFill/>
        </p:spPr>
        <p:txBody>
          <a:bodyPr wrap="square" rtlCol="0">
            <a:spAutoFit/>
          </a:bodyPr>
          <a:lstStyle/>
          <a:p>
            <a:pPr algn="ctr"/>
            <a:r>
              <a:rPr lang="en-US" sz="1050" dirty="0"/>
              <a:t>Priorities</a:t>
            </a:r>
          </a:p>
        </p:txBody>
      </p:sp>
      <p:sp>
        <p:nvSpPr>
          <p:cNvPr id="59" name="Rectangle 58">
            <a:extLst>
              <a:ext uri="{FF2B5EF4-FFF2-40B4-BE49-F238E27FC236}">
                <a16:creationId xmlns:a16="http://schemas.microsoft.com/office/drawing/2014/main" id="{D58D7F57-F34E-E7BB-6276-E7FF521B8CF7}"/>
              </a:ext>
            </a:extLst>
          </p:cNvPr>
          <p:cNvSpPr/>
          <p:nvPr/>
        </p:nvSpPr>
        <p:spPr>
          <a:xfrm>
            <a:off x="8511212" y="722279"/>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0" name="TextBox 59">
            <a:extLst>
              <a:ext uri="{FF2B5EF4-FFF2-40B4-BE49-F238E27FC236}">
                <a16:creationId xmlns:a16="http://schemas.microsoft.com/office/drawing/2014/main" id="{4FBAB3B9-D152-4C32-20EF-12548F06B021}"/>
              </a:ext>
            </a:extLst>
          </p:cNvPr>
          <p:cNvSpPr txBox="1"/>
          <p:nvPr/>
        </p:nvSpPr>
        <p:spPr>
          <a:xfrm>
            <a:off x="8511212" y="715468"/>
            <a:ext cx="1474667" cy="646331"/>
          </a:xfrm>
          <a:prstGeom prst="rect">
            <a:avLst/>
          </a:prstGeom>
          <a:noFill/>
        </p:spPr>
        <p:txBody>
          <a:bodyPr wrap="square" rtlCol="0">
            <a:spAutoFit/>
          </a:bodyPr>
          <a:lstStyle/>
          <a:p>
            <a:pPr algn="ctr"/>
            <a:r>
              <a:rPr lang="en-US" sz="900" dirty="0"/>
              <a:t>OPORDS, Campaign Plans, Plans etc.</a:t>
            </a:r>
          </a:p>
          <a:p>
            <a:pPr algn="ctr"/>
            <a:r>
              <a:rPr lang="en-US" sz="900" dirty="0"/>
              <a:t>(All uploaded Docs in Inputs)</a:t>
            </a:r>
          </a:p>
        </p:txBody>
      </p:sp>
      <p:sp>
        <p:nvSpPr>
          <p:cNvPr id="82" name="Rectangle 81">
            <a:extLst>
              <a:ext uri="{FF2B5EF4-FFF2-40B4-BE49-F238E27FC236}">
                <a16:creationId xmlns:a16="http://schemas.microsoft.com/office/drawing/2014/main" id="{4B428F59-D39F-C3ED-A191-C347FEA6D6CA}"/>
              </a:ext>
            </a:extLst>
          </p:cNvPr>
          <p:cNvSpPr/>
          <p:nvPr/>
        </p:nvSpPr>
        <p:spPr>
          <a:xfrm>
            <a:off x="6941882" y="729580"/>
            <a:ext cx="1393271"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3" name="Rectangle 142">
            <a:extLst>
              <a:ext uri="{FF2B5EF4-FFF2-40B4-BE49-F238E27FC236}">
                <a16:creationId xmlns:a16="http://schemas.microsoft.com/office/drawing/2014/main" id="{E9D40B59-0434-4B29-A05E-1FA945BE23AB}"/>
              </a:ext>
            </a:extLst>
          </p:cNvPr>
          <p:cNvSpPr/>
          <p:nvPr/>
        </p:nvSpPr>
        <p:spPr>
          <a:xfrm>
            <a:off x="5286938" y="722279"/>
            <a:ext cx="1519136"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62" name="Rectangle 161">
            <a:extLst>
              <a:ext uri="{FF2B5EF4-FFF2-40B4-BE49-F238E27FC236}">
                <a16:creationId xmlns:a16="http://schemas.microsoft.com/office/drawing/2014/main" id="{57008071-D94C-9D77-A519-4E0BC6FF98DB}"/>
              </a:ext>
            </a:extLst>
          </p:cNvPr>
          <p:cNvSpPr/>
          <p:nvPr/>
        </p:nvSpPr>
        <p:spPr>
          <a:xfrm>
            <a:off x="3545360" y="757252"/>
            <a:ext cx="1655442"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68" name="TextBox 167">
            <a:extLst>
              <a:ext uri="{FF2B5EF4-FFF2-40B4-BE49-F238E27FC236}">
                <a16:creationId xmlns:a16="http://schemas.microsoft.com/office/drawing/2014/main" id="{81F02140-9D4D-24CE-6DD9-43799F572F1A}"/>
              </a:ext>
            </a:extLst>
          </p:cNvPr>
          <p:cNvSpPr txBox="1"/>
          <p:nvPr/>
        </p:nvSpPr>
        <p:spPr>
          <a:xfrm>
            <a:off x="6867128" y="823802"/>
            <a:ext cx="1658471" cy="415498"/>
          </a:xfrm>
          <a:prstGeom prst="rect">
            <a:avLst/>
          </a:prstGeom>
          <a:noFill/>
        </p:spPr>
        <p:txBody>
          <a:bodyPr wrap="square" rtlCol="0">
            <a:spAutoFit/>
          </a:bodyPr>
          <a:lstStyle/>
          <a:p>
            <a:pPr algn="ctr"/>
            <a:r>
              <a:rPr lang="en-US" sz="1050" dirty="0"/>
              <a:t>Higher HQs Mission (Generated)</a:t>
            </a:r>
          </a:p>
        </p:txBody>
      </p:sp>
      <p:sp>
        <p:nvSpPr>
          <p:cNvPr id="178" name="TextBox 177">
            <a:extLst>
              <a:ext uri="{FF2B5EF4-FFF2-40B4-BE49-F238E27FC236}">
                <a16:creationId xmlns:a16="http://schemas.microsoft.com/office/drawing/2014/main" id="{44D114C3-FFC0-BF47-6AC5-D8DB1D87B0BC}"/>
              </a:ext>
            </a:extLst>
          </p:cNvPr>
          <p:cNvSpPr txBox="1"/>
          <p:nvPr/>
        </p:nvSpPr>
        <p:spPr>
          <a:xfrm>
            <a:off x="5265182" y="814503"/>
            <a:ext cx="1398210" cy="415498"/>
          </a:xfrm>
          <a:prstGeom prst="rect">
            <a:avLst/>
          </a:prstGeom>
          <a:noFill/>
        </p:spPr>
        <p:txBody>
          <a:bodyPr wrap="square" rtlCol="0">
            <a:spAutoFit/>
          </a:bodyPr>
          <a:lstStyle/>
          <a:p>
            <a:pPr algn="ctr"/>
            <a:r>
              <a:rPr lang="en-US" sz="1050" dirty="0"/>
              <a:t>Planning Products</a:t>
            </a:r>
          </a:p>
          <a:p>
            <a:pPr algn="ctr"/>
            <a:r>
              <a:rPr lang="en-US" sz="1050" dirty="0"/>
              <a:t>(Uploads)</a:t>
            </a:r>
          </a:p>
        </p:txBody>
      </p:sp>
      <p:sp>
        <p:nvSpPr>
          <p:cNvPr id="181" name="TextBox 180">
            <a:extLst>
              <a:ext uri="{FF2B5EF4-FFF2-40B4-BE49-F238E27FC236}">
                <a16:creationId xmlns:a16="http://schemas.microsoft.com/office/drawing/2014/main" id="{6A9B4A58-AA62-1669-9583-CAB8A6D2349B}"/>
              </a:ext>
            </a:extLst>
          </p:cNvPr>
          <p:cNvSpPr txBox="1"/>
          <p:nvPr/>
        </p:nvSpPr>
        <p:spPr>
          <a:xfrm>
            <a:off x="3629448" y="623135"/>
            <a:ext cx="1523666" cy="738664"/>
          </a:xfrm>
          <a:prstGeom prst="rect">
            <a:avLst/>
          </a:prstGeom>
          <a:noFill/>
        </p:spPr>
        <p:txBody>
          <a:bodyPr wrap="square" rtlCol="0">
            <a:spAutoFit/>
          </a:bodyPr>
          <a:lstStyle/>
          <a:p>
            <a:pPr algn="ctr"/>
            <a:endParaRPr lang="en-US" sz="1050" dirty="0"/>
          </a:p>
          <a:p>
            <a:pPr algn="ctr"/>
            <a:r>
              <a:rPr lang="en-US" sz="1050" dirty="0"/>
              <a:t>Running Estimate</a:t>
            </a:r>
          </a:p>
          <a:p>
            <a:pPr algn="ctr"/>
            <a:r>
              <a:rPr lang="en-US" sz="1050" dirty="0"/>
              <a:t>(Uploads from each Info Force and Activity)</a:t>
            </a:r>
          </a:p>
        </p:txBody>
      </p:sp>
      <p:sp>
        <p:nvSpPr>
          <p:cNvPr id="188" name="Rectangle 187">
            <a:extLst>
              <a:ext uri="{FF2B5EF4-FFF2-40B4-BE49-F238E27FC236}">
                <a16:creationId xmlns:a16="http://schemas.microsoft.com/office/drawing/2014/main" id="{C9C7D79A-4B08-30BC-3BF2-F37143725318}"/>
              </a:ext>
            </a:extLst>
          </p:cNvPr>
          <p:cNvSpPr/>
          <p:nvPr/>
        </p:nvSpPr>
        <p:spPr>
          <a:xfrm>
            <a:off x="2203635" y="760965"/>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2" name="Rectangle 241">
            <a:extLst>
              <a:ext uri="{FF2B5EF4-FFF2-40B4-BE49-F238E27FC236}">
                <a16:creationId xmlns:a16="http://schemas.microsoft.com/office/drawing/2014/main" id="{253F4230-8DB1-EC41-CEBB-211B7DEFDF44}"/>
              </a:ext>
            </a:extLst>
          </p:cNvPr>
          <p:cNvSpPr/>
          <p:nvPr/>
        </p:nvSpPr>
        <p:spPr>
          <a:xfrm>
            <a:off x="789796" y="757252"/>
            <a:ext cx="1248629" cy="6192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8" name="TextBox 247">
            <a:extLst>
              <a:ext uri="{FF2B5EF4-FFF2-40B4-BE49-F238E27FC236}">
                <a16:creationId xmlns:a16="http://schemas.microsoft.com/office/drawing/2014/main" id="{2B5DA933-2667-B46D-8D80-66D9078DFE5D}"/>
              </a:ext>
            </a:extLst>
          </p:cNvPr>
          <p:cNvSpPr txBox="1"/>
          <p:nvPr/>
        </p:nvSpPr>
        <p:spPr>
          <a:xfrm>
            <a:off x="2244874" y="781367"/>
            <a:ext cx="1149236" cy="577081"/>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252" name="TextBox 251">
            <a:extLst>
              <a:ext uri="{FF2B5EF4-FFF2-40B4-BE49-F238E27FC236}">
                <a16:creationId xmlns:a16="http://schemas.microsoft.com/office/drawing/2014/main" id="{2EEF4E6A-95F1-5C7F-62BF-B831A882FE49}"/>
              </a:ext>
            </a:extLst>
          </p:cNvPr>
          <p:cNvSpPr txBox="1"/>
          <p:nvPr/>
        </p:nvSpPr>
        <p:spPr>
          <a:xfrm>
            <a:off x="825007" y="814503"/>
            <a:ext cx="1149236" cy="577081"/>
          </a:xfrm>
          <a:prstGeom prst="rect">
            <a:avLst/>
          </a:prstGeom>
          <a:noFill/>
        </p:spPr>
        <p:txBody>
          <a:bodyPr wrap="square" rtlCol="0">
            <a:spAutoFit/>
          </a:bodyPr>
          <a:lstStyle/>
          <a:p>
            <a:pPr algn="ctr"/>
            <a:r>
              <a:rPr lang="en-US" sz="1050" dirty="0"/>
              <a:t>CDRs standing orders and guidance</a:t>
            </a:r>
          </a:p>
        </p:txBody>
      </p:sp>
      <p:sp>
        <p:nvSpPr>
          <p:cNvPr id="33" name="Rectangle 32">
            <a:extLst>
              <a:ext uri="{FF2B5EF4-FFF2-40B4-BE49-F238E27FC236}">
                <a16:creationId xmlns:a16="http://schemas.microsoft.com/office/drawing/2014/main" id="{849876BC-4565-949F-3EC8-A20D65C0D85E}"/>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C1ECC7CB-AAA5-173D-5DE5-82EFB19CE05B}"/>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40" name="TextBox 39">
            <a:extLst>
              <a:ext uri="{FF2B5EF4-FFF2-40B4-BE49-F238E27FC236}">
                <a16:creationId xmlns:a16="http://schemas.microsoft.com/office/drawing/2014/main" id="{6C66FE3D-C023-456A-C9F2-F146A5446E1F}"/>
              </a:ext>
            </a:extLst>
          </p:cNvPr>
          <p:cNvSpPr txBox="1"/>
          <p:nvPr/>
        </p:nvSpPr>
        <p:spPr>
          <a:xfrm>
            <a:off x="429682" y="3066048"/>
            <a:ext cx="8857189" cy="646331"/>
          </a:xfrm>
          <a:prstGeom prst="rect">
            <a:avLst/>
          </a:prstGeom>
          <a:noFill/>
        </p:spPr>
        <p:txBody>
          <a:bodyPr wrap="square" rtlCol="0">
            <a:spAutoFit/>
          </a:bodyPr>
          <a:lstStyle/>
          <a:p>
            <a:r>
              <a:rPr lang="en-US" dirty="0"/>
              <a:t>Prompt: Analyze Higher Command's Guidance and Review the strategic direction to identify the specified, implied, and essential tasks.</a:t>
            </a:r>
          </a:p>
        </p:txBody>
      </p:sp>
    </p:spTree>
    <p:extLst>
      <p:ext uri="{BB962C8B-B14F-4D97-AF65-F5344CB8AC3E}">
        <p14:creationId xmlns:p14="http://schemas.microsoft.com/office/powerpoint/2010/main" val="348144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25EE-292F-5C5C-C9B7-D611E8C4FDCE}"/>
            </a:ext>
          </a:extLst>
        </p:cNvPr>
        <p:cNvGrpSpPr/>
        <p:nvPr/>
      </p:nvGrpSpPr>
      <p:grpSpPr>
        <a:xfrm>
          <a:off x="0" y="0"/>
          <a:ext cx="0" cy="0"/>
          <a:chOff x="0" y="0"/>
          <a:chExt cx="0" cy="0"/>
        </a:xfrm>
      </p:grpSpPr>
      <p:cxnSp>
        <p:nvCxnSpPr>
          <p:cNvPr id="144" name="Straight Arrow Connector 143">
            <a:extLst>
              <a:ext uri="{FF2B5EF4-FFF2-40B4-BE49-F238E27FC236}">
                <a16:creationId xmlns:a16="http://schemas.microsoft.com/office/drawing/2014/main" id="{E41D9985-522F-1D63-865C-8EE9106AA1B0}"/>
              </a:ext>
            </a:extLst>
          </p:cNvPr>
          <p:cNvCxnSpPr>
            <a:cxnSpLocks/>
          </p:cNvCxnSpPr>
          <p:nvPr/>
        </p:nvCxnSpPr>
        <p:spPr>
          <a:xfrm flipV="1">
            <a:off x="2045401" y="5594921"/>
            <a:ext cx="8152702" cy="379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1D36EB75-01BC-B7E7-A880-9A19F38F2013}"/>
              </a:ext>
            </a:extLst>
          </p:cNvPr>
          <p:cNvCxnSpPr>
            <a:cxnSpLocks/>
            <a:stCxn id="116" idx="3"/>
          </p:cNvCxnSpPr>
          <p:nvPr/>
        </p:nvCxnSpPr>
        <p:spPr>
          <a:xfrm flipV="1">
            <a:off x="8193740" y="4727274"/>
            <a:ext cx="20582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9" name="Straight Arrow Connector 138">
            <a:extLst>
              <a:ext uri="{FF2B5EF4-FFF2-40B4-BE49-F238E27FC236}">
                <a16:creationId xmlns:a16="http://schemas.microsoft.com/office/drawing/2014/main" id="{1A3176E0-20DC-8935-0A24-6C7232345DC4}"/>
              </a:ext>
            </a:extLst>
          </p:cNvPr>
          <p:cNvCxnSpPr>
            <a:cxnSpLocks/>
          </p:cNvCxnSpPr>
          <p:nvPr/>
        </p:nvCxnSpPr>
        <p:spPr>
          <a:xfrm flipV="1">
            <a:off x="1909475" y="4049721"/>
            <a:ext cx="8321542" cy="52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CECA835E-F213-0191-B16C-E2A0457AC807}"/>
              </a:ext>
            </a:extLst>
          </p:cNvPr>
          <p:cNvCxnSpPr>
            <a:cxnSpLocks/>
            <a:stCxn id="128" idx="3"/>
          </p:cNvCxnSpPr>
          <p:nvPr/>
        </p:nvCxnSpPr>
        <p:spPr>
          <a:xfrm flipV="1">
            <a:off x="1909475" y="3029767"/>
            <a:ext cx="8321542" cy="52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6" name="Straight Arrow Connector 135">
            <a:extLst>
              <a:ext uri="{FF2B5EF4-FFF2-40B4-BE49-F238E27FC236}">
                <a16:creationId xmlns:a16="http://schemas.microsoft.com/office/drawing/2014/main" id="{9D6D56D8-E2CF-D6B2-B6C5-18F8AA50D355}"/>
              </a:ext>
            </a:extLst>
          </p:cNvPr>
          <p:cNvCxnSpPr>
            <a:cxnSpLocks/>
          </p:cNvCxnSpPr>
          <p:nvPr/>
        </p:nvCxnSpPr>
        <p:spPr>
          <a:xfrm flipV="1">
            <a:off x="1846740" y="2170811"/>
            <a:ext cx="8373041" cy="268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38F2D56D-DD70-9705-B843-25EEE06BAA2D}"/>
              </a:ext>
            </a:extLst>
          </p:cNvPr>
          <p:cNvCxnSpPr>
            <a:cxnSpLocks/>
          </p:cNvCxnSpPr>
          <p:nvPr/>
        </p:nvCxnSpPr>
        <p:spPr>
          <a:xfrm flipV="1">
            <a:off x="1837766" y="1184720"/>
            <a:ext cx="8373041" cy="268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98819850-4536-758F-5199-E087A4031576}"/>
              </a:ext>
            </a:extLst>
          </p:cNvPr>
          <p:cNvSpPr/>
          <p:nvPr/>
        </p:nvSpPr>
        <p:spPr>
          <a:xfrm>
            <a:off x="10210808" y="78081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 name="Rectangle 4">
            <a:extLst>
              <a:ext uri="{FF2B5EF4-FFF2-40B4-BE49-F238E27FC236}">
                <a16:creationId xmlns:a16="http://schemas.microsoft.com/office/drawing/2014/main" id="{1B23DAF7-997C-FEF0-2F90-FE04AC9931C1}"/>
              </a:ext>
            </a:extLst>
          </p:cNvPr>
          <p:cNvSpPr/>
          <p:nvPr/>
        </p:nvSpPr>
        <p:spPr>
          <a:xfrm>
            <a:off x="10210808" y="166743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 name="Rectangle 5">
            <a:extLst>
              <a:ext uri="{FF2B5EF4-FFF2-40B4-BE49-F238E27FC236}">
                <a16:creationId xmlns:a16="http://schemas.microsoft.com/office/drawing/2014/main" id="{D6B63711-BC63-32C2-06D7-1B5F82478F1A}"/>
              </a:ext>
            </a:extLst>
          </p:cNvPr>
          <p:cNvSpPr/>
          <p:nvPr/>
        </p:nvSpPr>
        <p:spPr>
          <a:xfrm>
            <a:off x="10210808" y="253252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 name="Rectangle 6">
            <a:extLst>
              <a:ext uri="{FF2B5EF4-FFF2-40B4-BE49-F238E27FC236}">
                <a16:creationId xmlns:a16="http://schemas.microsoft.com/office/drawing/2014/main" id="{D299573B-689E-6AF8-FFB7-08E3E8AF65C2}"/>
              </a:ext>
            </a:extLst>
          </p:cNvPr>
          <p:cNvSpPr/>
          <p:nvPr/>
        </p:nvSpPr>
        <p:spPr>
          <a:xfrm>
            <a:off x="10223508" y="3432591"/>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F16353DF-4EF1-F9DC-CE7F-2A6F9721F8C8}"/>
              </a:ext>
            </a:extLst>
          </p:cNvPr>
          <p:cNvSpPr txBox="1"/>
          <p:nvPr/>
        </p:nvSpPr>
        <p:spPr>
          <a:xfrm>
            <a:off x="10282525" y="848089"/>
            <a:ext cx="1658471" cy="577081"/>
          </a:xfrm>
          <a:prstGeom prst="rect">
            <a:avLst/>
          </a:prstGeom>
          <a:solidFill>
            <a:schemeClr val="bg1"/>
          </a:solidFill>
        </p:spPr>
        <p:txBody>
          <a:bodyPr wrap="square" rtlCol="0">
            <a:spAutoFit/>
          </a:bodyPr>
          <a:lstStyle/>
          <a:p>
            <a:pPr algn="ctr"/>
            <a:r>
              <a:rPr lang="en-US" sz="1050" dirty="0"/>
              <a:t>Assess Relative Combat Power</a:t>
            </a:r>
          </a:p>
          <a:p>
            <a:pPr algn="ctr"/>
            <a:r>
              <a:rPr lang="en-US" sz="1050" dirty="0"/>
              <a:t>(Generated)</a:t>
            </a:r>
          </a:p>
        </p:txBody>
      </p:sp>
      <p:sp>
        <p:nvSpPr>
          <p:cNvPr id="19" name="TextBox 18">
            <a:extLst>
              <a:ext uri="{FF2B5EF4-FFF2-40B4-BE49-F238E27FC236}">
                <a16:creationId xmlns:a16="http://schemas.microsoft.com/office/drawing/2014/main" id="{11A21952-0EBD-4806-C221-7D157867BFD0}"/>
              </a:ext>
            </a:extLst>
          </p:cNvPr>
          <p:cNvSpPr txBox="1"/>
          <p:nvPr/>
        </p:nvSpPr>
        <p:spPr>
          <a:xfrm>
            <a:off x="10282524" y="1828801"/>
            <a:ext cx="1658471" cy="415498"/>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p:txBody>
      </p:sp>
      <p:sp>
        <p:nvSpPr>
          <p:cNvPr id="20" name="TextBox 19">
            <a:extLst>
              <a:ext uri="{FF2B5EF4-FFF2-40B4-BE49-F238E27FC236}">
                <a16:creationId xmlns:a16="http://schemas.microsoft.com/office/drawing/2014/main" id="{D366106E-96EE-DACF-DD63-1BD23527D56C}"/>
              </a:ext>
            </a:extLst>
          </p:cNvPr>
          <p:cNvSpPr txBox="1"/>
          <p:nvPr/>
        </p:nvSpPr>
        <p:spPr>
          <a:xfrm>
            <a:off x="10354243" y="2808983"/>
            <a:ext cx="1658471" cy="415498"/>
          </a:xfrm>
          <a:prstGeom prst="rect">
            <a:avLst/>
          </a:prstGeom>
          <a:solidFill>
            <a:schemeClr val="bg1"/>
          </a:solidFill>
        </p:spPr>
        <p:txBody>
          <a:bodyPr wrap="square" rtlCol="0">
            <a:spAutoFit/>
          </a:bodyPr>
          <a:lstStyle/>
          <a:p>
            <a:pPr algn="ctr"/>
            <a:r>
              <a:rPr lang="en-US" sz="1050" dirty="0"/>
              <a:t>Array of Initial Forces</a:t>
            </a:r>
          </a:p>
          <a:p>
            <a:pPr algn="ctr"/>
            <a:r>
              <a:rPr lang="en-US" sz="1050" dirty="0"/>
              <a:t>(Generated)</a:t>
            </a:r>
          </a:p>
        </p:txBody>
      </p:sp>
      <p:sp>
        <p:nvSpPr>
          <p:cNvPr id="21" name="TextBox 20">
            <a:extLst>
              <a:ext uri="{FF2B5EF4-FFF2-40B4-BE49-F238E27FC236}">
                <a16:creationId xmlns:a16="http://schemas.microsoft.com/office/drawing/2014/main" id="{F08318F8-FE76-EFD3-BBE9-B5D9922E63F0}"/>
              </a:ext>
            </a:extLst>
          </p:cNvPr>
          <p:cNvSpPr txBox="1"/>
          <p:nvPr/>
        </p:nvSpPr>
        <p:spPr>
          <a:xfrm>
            <a:off x="10366943" y="3671734"/>
            <a:ext cx="1658471" cy="415498"/>
          </a:xfrm>
          <a:prstGeom prst="rect">
            <a:avLst/>
          </a:prstGeom>
          <a:solidFill>
            <a:schemeClr val="bg1"/>
          </a:solidFill>
        </p:spPr>
        <p:txBody>
          <a:bodyPr wrap="square" rtlCol="0">
            <a:spAutoFit/>
          </a:bodyPr>
          <a:lstStyle/>
          <a:p>
            <a:pPr algn="ctr"/>
            <a:r>
              <a:rPr lang="en-US" sz="1050" dirty="0"/>
              <a:t>Broad Concept</a:t>
            </a:r>
          </a:p>
          <a:p>
            <a:pPr algn="ctr"/>
            <a:r>
              <a:rPr lang="en-US" sz="1050" dirty="0"/>
              <a:t>(Generated)</a:t>
            </a:r>
          </a:p>
        </p:txBody>
      </p:sp>
      <p:sp>
        <p:nvSpPr>
          <p:cNvPr id="29" name="TextBox 28">
            <a:extLst>
              <a:ext uri="{FF2B5EF4-FFF2-40B4-BE49-F238E27FC236}">
                <a16:creationId xmlns:a16="http://schemas.microsoft.com/office/drawing/2014/main" id="{6E65DD9D-D4B5-3CBC-BF96-90112638F97E}"/>
              </a:ext>
            </a:extLst>
          </p:cNvPr>
          <p:cNvSpPr txBox="1"/>
          <p:nvPr/>
        </p:nvSpPr>
        <p:spPr>
          <a:xfrm>
            <a:off x="726140" y="0"/>
            <a:ext cx="2031069" cy="369332"/>
          </a:xfrm>
          <a:prstGeom prst="rect">
            <a:avLst/>
          </a:prstGeom>
          <a:noFill/>
        </p:spPr>
        <p:txBody>
          <a:bodyPr wrap="none" rtlCol="0">
            <a:spAutoFit/>
          </a:bodyPr>
          <a:lstStyle/>
          <a:p>
            <a:r>
              <a:rPr lang="en-US" dirty="0"/>
              <a:t>COA Development</a:t>
            </a:r>
          </a:p>
        </p:txBody>
      </p:sp>
      <p:sp>
        <p:nvSpPr>
          <p:cNvPr id="2" name="Rectangle 1">
            <a:extLst>
              <a:ext uri="{FF2B5EF4-FFF2-40B4-BE49-F238E27FC236}">
                <a16:creationId xmlns:a16="http://schemas.microsoft.com/office/drawing/2014/main" id="{4042C7A5-F21A-37EE-67C6-0F77C943DB01}"/>
              </a:ext>
            </a:extLst>
          </p:cNvPr>
          <p:cNvSpPr/>
          <p:nvPr/>
        </p:nvSpPr>
        <p:spPr>
          <a:xfrm>
            <a:off x="10210808" y="434016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 name="TextBox 2">
            <a:extLst>
              <a:ext uri="{FF2B5EF4-FFF2-40B4-BE49-F238E27FC236}">
                <a16:creationId xmlns:a16="http://schemas.microsoft.com/office/drawing/2014/main" id="{2AA808CB-0FFE-992D-6E71-0FFCC0D594BC}"/>
              </a:ext>
            </a:extLst>
          </p:cNvPr>
          <p:cNvSpPr txBox="1"/>
          <p:nvPr/>
        </p:nvSpPr>
        <p:spPr>
          <a:xfrm>
            <a:off x="10354243" y="4579307"/>
            <a:ext cx="1658471" cy="415498"/>
          </a:xfrm>
          <a:prstGeom prst="rect">
            <a:avLst/>
          </a:prstGeom>
          <a:solidFill>
            <a:schemeClr val="bg1"/>
          </a:solidFill>
        </p:spPr>
        <p:txBody>
          <a:bodyPr wrap="square" rtlCol="0">
            <a:spAutoFit/>
          </a:bodyPr>
          <a:lstStyle/>
          <a:p>
            <a:pPr algn="ctr"/>
            <a:r>
              <a:rPr lang="en-US" sz="1050" dirty="0"/>
              <a:t>Assign HQs to COAs</a:t>
            </a:r>
          </a:p>
          <a:p>
            <a:pPr algn="ctr"/>
            <a:r>
              <a:rPr lang="en-US" sz="1050" dirty="0"/>
              <a:t>(Generate or Upload)</a:t>
            </a:r>
          </a:p>
        </p:txBody>
      </p:sp>
      <p:sp>
        <p:nvSpPr>
          <p:cNvPr id="38" name="Rectangle 37">
            <a:extLst>
              <a:ext uri="{FF2B5EF4-FFF2-40B4-BE49-F238E27FC236}">
                <a16:creationId xmlns:a16="http://schemas.microsoft.com/office/drawing/2014/main" id="{8717342C-00FA-76BA-6295-7226844648F4}"/>
              </a:ext>
            </a:extLst>
          </p:cNvPr>
          <p:cNvSpPr/>
          <p:nvPr/>
        </p:nvSpPr>
        <p:spPr>
          <a:xfrm>
            <a:off x="10223508" y="534097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9" name="TextBox 38">
            <a:extLst>
              <a:ext uri="{FF2B5EF4-FFF2-40B4-BE49-F238E27FC236}">
                <a16:creationId xmlns:a16="http://schemas.microsoft.com/office/drawing/2014/main" id="{C5C8E6AE-F299-BED9-2C84-7551EC403438}"/>
              </a:ext>
            </a:extLst>
          </p:cNvPr>
          <p:cNvSpPr txBox="1"/>
          <p:nvPr/>
        </p:nvSpPr>
        <p:spPr>
          <a:xfrm>
            <a:off x="10282523" y="5536638"/>
            <a:ext cx="1658471" cy="577081"/>
          </a:xfrm>
          <a:prstGeom prst="rect">
            <a:avLst/>
          </a:prstGeom>
          <a:solidFill>
            <a:schemeClr val="bg1"/>
          </a:solidFill>
        </p:spPr>
        <p:txBody>
          <a:bodyPr wrap="square" rtlCol="0">
            <a:spAutoFit/>
          </a:bodyPr>
          <a:lstStyle/>
          <a:p>
            <a:pPr algn="ctr"/>
            <a:r>
              <a:rPr lang="en-US" sz="1050" dirty="0"/>
              <a:t>COA Statement and Sketch</a:t>
            </a:r>
          </a:p>
          <a:p>
            <a:pPr algn="ctr"/>
            <a:r>
              <a:rPr lang="en-US" sz="1050" dirty="0"/>
              <a:t>(Generated and upload)</a:t>
            </a:r>
          </a:p>
        </p:txBody>
      </p:sp>
      <p:sp>
        <p:nvSpPr>
          <p:cNvPr id="40" name="Rectangle 39">
            <a:extLst>
              <a:ext uri="{FF2B5EF4-FFF2-40B4-BE49-F238E27FC236}">
                <a16:creationId xmlns:a16="http://schemas.microsoft.com/office/drawing/2014/main" id="{7033B810-923D-E25F-8CAC-1F58998B91B6}"/>
              </a:ext>
            </a:extLst>
          </p:cNvPr>
          <p:cNvSpPr/>
          <p:nvPr/>
        </p:nvSpPr>
        <p:spPr>
          <a:xfrm>
            <a:off x="8287878" y="80771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1" name="TextBox 40">
            <a:extLst>
              <a:ext uri="{FF2B5EF4-FFF2-40B4-BE49-F238E27FC236}">
                <a16:creationId xmlns:a16="http://schemas.microsoft.com/office/drawing/2014/main" id="{5FB00724-A95A-A83C-160C-1001D8FB45F2}"/>
              </a:ext>
            </a:extLst>
          </p:cNvPr>
          <p:cNvSpPr txBox="1"/>
          <p:nvPr/>
        </p:nvSpPr>
        <p:spPr>
          <a:xfrm>
            <a:off x="8359595" y="1015462"/>
            <a:ext cx="1658471" cy="415498"/>
          </a:xfrm>
          <a:prstGeom prst="rect">
            <a:avLst/>
          </a:prstGeom>
          <a:solidFill>
            <a:schemeClr val="bg1"/>
          </a:solidFill>
        </p:spPr>
        <p:txBody>
          <a:bodyPr wrap="square" rtlCol="0">
            <a:spAutoFit/>
          </a:bodyPr>
          <a:lstStyle/>
          <a:p>
            <a:pPr algn="ctr"/>
            <a:r>
              <a:rPr lang="en-US" sz="1050" dirty="0"/>
              <a:t>Operation Details</a:t>
            </a:r>
          </a:p>
          <a:p>
            <a:pPr algn="ctr"/>
            <a:r>
              <a:rPr lang="en-US" sz="1050" dirty="0"/>
              <a:t>(Upload and OSINT)</a:t>
            </a:r>
          </a:p>
        </p:txBody>
      </p:sp>
      <p:sp>
        <p:nvSpPr>
          <p:cNvPr id="42" name="Rectangle 41">
            <a:extLst>
              <a:ext uri="{FF2B5EF4-FFF2-40B4-BE49-F238E27FC236}">
                <a16:creationId xmlns:a16="http://schemas.microsoft.com/office/drawing/2014/main" id="{D24526B4-6914-C48C-9744-7FA0A4F53D9A}"/>
              </a:ext>
            </a:extLst>
          </p:cNvPr>
          <p:cNvSpPr/>
          <p:nvPr/>
        </p:nvSpPr>
        <p:spPr>
          <a:xfrm>
            <a:off x="6239444" y="80771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3" name="TextBox 42">
            <a:extLst>
              <a:ext uri="{FF2B5EF4-FFF2-40B4-BE49-F238E27FC236}">
                <a16:creationId xmlns:a16="http://schemas.microsoft.com/office/drawing/2014/main" id="{F41B8984-4BBD-DFC1-697A-0A3D8363DB6E}"/>
              </a:ext>
            </a:extLst>
          </p:cNvPr>
          <p:cNvSpPr txBox="1"/>
          <p:nvPr/>
        </p:nvSpPr>
        <p:spPr>
          <a:xfrm>
            <a:off x="6311161" y="1003376"/>
            <a:ext cx="1658471" cy="415498"/>
          </a:xfrm>
          <a:prstGeom prst="rect">
            <a:avLst/>
          </a:prstGeom>
          <a:solidFill>
            <a:schemeClr val="bg1"/>
          </a:solidFill>
        </p:spPr>
        <p:txBody>
          <a:bodyPr wrap="square" rtlCol="0">
            <a:spAutoFit/>
          </a:bodyPr>
          <a:lstStyle/>
          <a:p>
            <a:pPr algn="ctr"/>
            <a:r>
              <a:rPr lang="en-US" sz="1050" dirty="0"/>
              <a:t>Planning Products</a:t>
            </a:r>
          </a:p>
          <a:p>
            <a:pPr algn="ctr"/>
            <a:r>
              <a:rPr lang="en-US" sz="1050" dirty="0"/>
              <a:t>(Uploads)</a:t>
            </a:r>
          </a:p>
        </p:txBody>
      </p:sp>
      <p:sp>
        <p:nvSpPr>
          <p:cNvPr id="44" name="Rectangle 43">
            <a:extLst>
              <a:ext uri="{FF2B5EF4-FFF2-40B4-BE49-F238E27FC236}">
                <a16:creationId xmlns:a16="http://schemas.microsoft.com/office/drawing/2014/main" id="{2876FDC7-A9BE-4996-AF44-6D2CC6B46B9E}"/>
              </a:ext>
            </a:extLst>
          </p:cNvPr>
          <p:cNvSpPr/>
          <p:nvPr/>
        </p:nvSpPr>
        <p:spPr>
          <a:xfrm>
            <a:off x="4262727" y="81792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5" name="TextBox 44">
            <a:extLst>
              <a:ext uri="{FF2B5EF4-FFF2-40B4-BE49-F238E27FC236}">
                <a16:creationId xmlns:a16="http://schemas.microsoft.com/office/drawing/2014/main" id="{4C1E8624-D29E-EB49-A468-3291AF0CBDDE}"/>
              </a:ext>
            </a:extLst>
          </p:cNvPr>
          <p:cNvSpPr txBox="1"/>
          <p:nvPr/>
        </p:nvSpPr>
        <p:spPr>
          <a:xfrm>
            <a:off x="4300452" y="928534"/>
            <a:ext cx="1658471" cy="577081"/>
          </a:xfrm>
          <a:prstGeom prst="rect">
            <a:avLst/>
          </a:prstGeom>
          <a:solidFill>
            <a:schemeClr val="bg1"/>
          </a:solidFill>
        </p:spPr>
        <p:txBody>
          <a:bodyPr wrap="square" rtlCol="0">
            <a:spAutoFit/>
          </a:bodyPr>
          <a:lstStyle/>
          <a:p>
            <a:pPr algn="ctr"/>
            <a:r>
              <a:rPr lang="en-US" sz="1050" dirty="0"/>
              <a:t>Running Estimate</a:t>
            </a:r>
          </a:p>
          <a:p>
            <a:pPr algn="ctr"/>
            <a:r>
              <a:rPr lang="en-US" sz="1050" dirty="0"/>
              <a:t>(Uploads from each Info Force and Activity)</a:t>
            </a:r>
          </a:p>
        </p:txBody>
      </p:sp>
      <p:sp>
        <p:nvSpPr>
          <p:cNvPr id="66" name="Rectangle 65">
            <a:extLst>
              <a:ext uri="{FF2B5EF4-FFF2-40B4-BE49-F238E27FC236}">
                <a16:creationId xmlns:a16="http://schemas.microsoft.com/office/drawing/2014/main" id="{190022A0-AD37-9B76-0E0D-EE2363BCDD7A}"/>
              </a:ext>
            </a:extLst>
          </p:cNvPr>
          <p:cNvSpPr/>
          <p:nvPr/>
        </p:nvSpPr>
        <p:spPr>
          <a:xfrm>
            <a:off x="2328213" y="174314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7" name="TextBox 66">
            <a:extLst>
              <a:ext uri="{FF2B5EF4-FFF2-40B4-BE49-F238E27FC236}">
                <a16:creationId xmlns:a16="http://schemas.microsoft.com/office/drawing/2014/main" id="{9E2F0791-A643-2770-7092-8F7BB24A2A06}"/>
              </a:ext>
            </a:extLst>
          </p:cNvPr>
          <p:cNvSpPr txBox="1"/>
          <p:nvPr/>
        </p:nvSpPr>
        <p:spPr>
          <a:xfrm>
            <a:off x="2399930" y="1810413"/>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68" name="Rectangle 67">
            <a:extLst>
              <a:ext uri="{FF2B5EF4-FFF2-40B4-BE49-F238E27FC236}">
                <a16:creationId xmlns:a16="http://schemas.microsoft.com/office/drawing/2014/main" id="{14B33A2A-4FD9-0BAF-D609-D8DD0C575093}"/>
              </a:ext>
            </a:extLst>
          </p:cNvPr>
          <p:cNvSpPr/>
          <p:nvPr/>
        </p:nvSpPr>
        <p:spPr>
          <a:xfrm>
            <a:off x="4368991" y="170977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9" name="TextBox 68">
            <a:extLst>
              <a:ext uri="{FF2B5EF4-FFF2-40B4-BE49-F238E27FC236}">
                <a16:creationId xmlns:a16="http://schemas.microsoft.com/office/drawing/2014/main" id="{D9A24EB0-63FC-AD80-E84C-880AFD031022}"/>
              </a:ext>
            </a:extLst>
          </p:cNvPr>
          <p:cNvSpPr txBox="1"/>
          <p:nvPr/>
        </p:nvSpPr>
        <p:spPr>
          <a:xfrm>
            <a:off x="4440707" y="1871141"/>
            <a:ext cx="1658471" cy="577081"/>
          </a:xfrm>
          <a:prstGeom prst="rect">
            <a:avLst/>
          </a:prstGeom>
          <a:noFill/>
        </p:spPr>
        <p:txBody>
          <a:bodyPr wrap="square" rtlCol="0">
            <a:spAutoFit/>
          </a:bodyPr>
          <a:lstStyle/>
          <a:p>
            <a:pPr algn="ctr"/>
            <a:r>
              <a:rPr lang="en-US" sz="1050" dirty="0"/>
              <a:t>Higher HQ Mission Statement</a:t>
            </a:r>
          </a:p>
          <a:p>
            <a:pPr algn="ctr"/>
            <a:r>
              <a:rPr lang="en-US" sz="1050" dirty="0"/>
              <a:t>(uploads)</a:t>
            </a:r>
          </a:p>
        </p:txBody>
      </p:sp>
      <p:sp>
        <p:nvSpPr>
          <p:cNvPr id="70" name="Rectangle 69">
            <a:extLst>
              <a:ext uri="{FF2B5EF4-FFF2-40B4-BE49-F238E27FC236}">
                <a16:creationId xmlns:a16="http://schemas.microsoft.com/office/drawing/2014/main" id="{48B49E89-87DA-4F29-1635-C0117A70F1DD}"/>
              </a:ext>
            </a:extLst>
          </p:cNvPr>
          <p:cNvSpPr/>
          <p:nvPr/>
        </p:nvSpPr>
        <p:spPr>
          <a:xfrm>
            <a:off x="6391834" y="172907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1" name="TextBox 70">
            <a:extLst>
              <a:ext uri="{FF2B5EF4-FFF2-40B4-BE49-F238E27FC236}">
                <a16:creationId xmlns:a16="http://schemas.microsoft.com/office/drawing/2014/main" id="{981EE19A-1AFD-DE05-96AF-62DB76F1511C}"/>
              </a:ext>
            </a:extLst>
          </p:cNvPr>
          <p:cNvSpPr txBox="1"/>
          <p:nvPr/>
        </p:nvSpPr>
        <p:spPr>
          <a:xfrm>
            <a:off x="6463551" y="1924736"/>
            <a:ext cx="1658471" cy="415498"/>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72" name="Rectangle 71">
            <a:extLst>
              <a:ext uri="{FF2B5EF4-FFF2-40B4-BE49-F238E27FC236}">
                <a16:creationId xmlns:a16="http://schemas.microsoft.com/office/drawing/2014/main" id="{E23CF23A-A4F7-450C-42B1-29965403C457}"/>
              </a:ext>
            </a:extLst>
          </p:cNvPr>
          <p:cNvSpPr/>
          <p:nvPr/>
        </p:nvSpPr>
        <p:spPr>
          <a:xfrm>
            <a:off x="8324483" y="172570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3" name="TextBox 72">
            <a:extLst>
              <a:ext uri="{FF2B5EF4-FFF2-40B4-BE49-F238E27FC236}">
                <a16:creationId xmlns:a16="http://schemas.microsoft.com/office/drawing/2014/main" id="{017164D3-B3F9-F4A8-E222-DF7B9401E86B}"/>
              </a:ext>
            </a:extLst>
          </p:cNvPr>
          <p:cNvSpPr txBox="1"/>
          <p:nvPr/>
        </p:nvSpPr>
        <p:spPr>
          <a:xfrm>
            <a:off x="8362208" y="1800343"/>
            <a:ext cx="1658471" cy="577081"/>
          </a:xfrm>
          <a:prstGeom prst="rect">
            <a:avLst/>
          </a:prstGeom>
          <a:noFill/>
        </p:spPr>
        <p:txBody>
          <a:bodyPr wrap="square" rtlCol="0">
            <a:spAutoFit/>
          </a:bodyPr>
          <a:lstStyle/>
          <a:p>
            <a:pPr algn="ctr"/>
            <a:r>
              <a:rPr lang="en-US" sz="1050" dirty="0"/>
              <a:t>CDR’s Standing Orders and Guidance</a:t>
            </a:r>
          </a:p>
          <a:p>
            <a:pPr algn="ctr"/>
            <a:r>
              <a:rPr lang="en-US" sz="1050" dirty="0"/>
              <a:t>(Uploads)</a:t>
            </a:r>
          </a:p>
        </p:txBody>
      </p:sp>
      <p:sp>
        <p:nvSpPr>
          <p:cNvPr id="91" name="Rectangle 90">
            <a:extLst>
              <a:ext uri="{FF2B5EF4-FFF2-40B4-BE49-F238E27FC236}">
                <a16:creationId xmlns:a16="http://schemas.microsoft.com/office/drawing/2014/main" id="{12B7997C-98F6-9BEC-7F61-DAF76D7B8A4F}"/>
              </a:ext>
            </a:extLst>
          </p:cNvPr>
          <p:cNvSpPr/>
          <p:nvPr/>
        </p:nvSpPr>
        <p:spPr>
          <a:xfrm>
            <a:off x="35861" y="807713"/>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2" name="Rectangle 91">
            <a:extLst>
              <a:ext uri="{FF2B5EF4-FFF2-40B4-BE49-F238E27FC236}">
                <a16:creationId xmlns:a16="http://schemas.microsoft.com/office/drawing/2014/main" id="{C06EBDB0-4756-F525-7621-69566B1D898B}"/>
              </a:ext>
            </a:extLst>
          </p:cNvPr>
          <p:cNvSpPr/>
          <p:nvPr/>
        </p:nvSpPr>
        <p:spPr>
          <a:xfrm>
            <a:off x="2312896" y="80771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3" name="TextBox 92">
            <a:extLst>
              <a:ext uri="{FF2B5EF4-FFF2-40B4-BE49-F238E27FC236}">
                <a16:creationId xmlns:a16="http://schemas.microsoft.com/office/drawing/2014/main" id="{B9330E23-564F-CA37-1ACA-D8794E295BE2}"/>
              </a:ext>
            </a:extLst>
          </p:cNvPr>
          <p:cNvSpPr txBox="1"/>
          <p:nvPr/>
        </p:nvSpPr>
        <p:spPr>
          <a:xfrm>
            <a:off x="107578" y="1021090"/>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96" name="Rectangle 95">
            <a:extLst>
              <a:ext uri="{FF2B5EF4-FFF2-40B4-BE49-F238E27FC236}">
                <a16:creationId xmlns:a16="http://schemas.microsoft.com/office/drawing/2014/main" id="{85DE7DD4-3358-2528-6CE1-94C72270C05C}"/>
              </a:ext>
            </a:extLst>
          </p:cNvPr>
          <p:cNvSpPr/>
          <p:nvPr/>
        </p:nvSpPr>
        <p:spPr>
          <a:xfrm>
            <a:off x="8317947" y="2607167"/>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7" name="TextBox 96">
            <a:extLst>
              <a:ext uri="{FF2B5EF4-FFF2-40B4-BE49-F238E27FC236}">
                <a16:creationId xmlns:a16="http://schemas.microsoft.com/office/drawing/2014/main" id="{ED2AF5B2-733C-59D0-E043-1016789639FC}"/>
              </a:ext>
            </a:extLst>
          </p:cNvPr>
          <p:cNvSpPr txBox="1"/>
          <p:nvPr/>
        </p:nvSpPr>
        <p:spPr>
          <a:xfrm>
            <a:off x="8317947" y="2792305"/>
            <a:ext cx="1658471" cy="415498"/>
          </a:xfrm>
          <a:prstGeom prst="rect">
            <a:avLst/>
          </a:prstGeom>
          <a:noFill/>
        </p:spPr>
        <p:txBody>
          <a:bodyPr wrap="square" rtlCol="0">
            <a:spAutoFit/>
          </a:bodyPr>
          <a:lstStyle/>
          <a:p>
            <a:pPr algn="ctr"/>
            <a:r>
              <a:rPr lang="en-US" sz="1050" dirty="0"/>
              <a:t>Correlation of Forces and Means</a:t>
            </a:r>
          </a:p>
        </p:txBody>
      </p:sp>
      <p:sp>
        <p:nvSpPr>
          <p:cNvPr id="98" name="Rectangle 97">
            <a:extLst>
              <a:ext uri="{FF2B5EF4-FFF2-40B4-BE49-F238E27FC236}">
                <a16:creationId xmlns:a16="http://schemas.microsoft.com/office/drawing/2014/main" id="{A212EC59-EAEA-DE23-1368-9570A3280EAD}"/>
              </a:ext>
            </a:extLst>
          </p:cNvPr>
          <p:cNvSpPr/>
          <p:nvPr/>
        </p:nvSpPr>
        <p:spPr>
          <a:xfrm>
            <a:off x="6408460" y="2622176"/>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9" name="TextBox 98">
            <a:extLst>
              <a:ext uri="{FF2B5EF4-FFF2-40B4-BE49-F238E27FC236}">
                <a16:creationId xmlns:a16="http://schemas.microsoft.com/office/drawing/2014/main" id="{097AEF74-7349-47B8-2E81-C9D8F76BD9D0}"/>
              </a:ext>
            </a:extLst>
          </p:cNvPr>
          <p:cNvSpPr txBox="1"/>
          <p:nvPr/>
        </p:nvSpPr>
        <p:spPr>
          <a:xfrm>
            <a:off x="6408460" y="2898630"/>
            <a:ext cx="1658471" cy="415498"/>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100" name="Rectangle 99">
            <a:extLst>
              <a:ext uri="{FF2B5EF4-FFF2-40B4-BE49-F238E27FC236}">
                <a16:creationId xmlns:a16="http://schemas.microsoft.com/office/drawing/2014/main" id="{AAEE0A27-89C2-CB3F-E51F-89EF99830DFD}"/>
              </a:ext>
            </a:extLst>
          </p:cNvPr>
          <p:cNvSpPr/>
          <p:nvPr/>
        </p:nvSpPr>
        <p:spPr>
          <a:xfrm>
            <a:off x="4340791" y="267796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1" name="TextBox 100">
            <a:extLst>
              <a:ext uri="{FF2B5EF4-FFF2-40B4-BE49-F238E27FC236}">
                <a16:creationId xmlns:a16="http://schemas.microsoft.com/office/drawing/2014/main" id="{963B76BF-FDDF-31FC-2D97-DAFDCC939614}"/>
              </a:ext>
            </a:extLst>
          </p:cNvPr>
          <p:cNvSpPr txBox="1"/>
          <p:nvPr/>
        </p:nvSpPr>
        <p:spPr>
          <a:xfrm>
            <a:off x="4484226" y="2920013"/>
            <a:ext cx="1658471" cy="415498"/>
          </a:xfrm>
          <a:prstGeom prst="rect">
            <a:avLst/>
          </a:prstGeom>
          <a:noFill/>
        </p:spPr>
        <p:txBody>
          <a:bodyPr wrap="square" rtlCol="0">
            <a:spAutoFit/>
          </a:bodyPr>
          <a:lstStyle/>
          <a:p>
            <a:pPr algn="ctr"/>
            <a:r>
              <a:rPr lang="en-US" sz="1050" dirty="0"/>
              <a:t>Identified Tasks</a:t>
            </a:r>
          </a:p>
          <a:p>
            <a:pPr algn="ctr"/>
            <a:r>
              <a:rPr lang="en-US" sz="1050" dirty="0"/>
              <a:t>(Generated)</a:t>
            </a:r>
          </a:p>
        </p:txBody>
      </p:sp>
      <p:sp>
        <p:nvSpPr>
          <p:cNvPr id="94" name="TextBox 93">
            <a:extLst>
              <a:ext uri="{FF2B5EF4-FFF2-40B4-BE49-F238E27FC236}">
                <a16:creationId xmlns:a16="http://schemas.microsoft.com/office/drawing/2014/main" id="{ABB5E1A2-5B3C-E8D6-77D4-807156568E8A}"/>
              </a:ext>
            </a:extLst>
          </p:cNvPr>
          <p:cNvSpPr txBox="1"/>
          <p:nvPr/>
        </p:nvSpPr>
        <p:spPr>
          <a:xfrm>
            <a:off x="2312896" y="992851"/>
            <a:ext cx="1658471" cy="577081"/>
          </a:xfrm>
          <a:prstGeom prst="rect">
            <a:avLst/>
          </a:prstGeom>
          <a:noFill/>
        </p:spPr>
        <p:txBody>
          <a:bodyPr wrap="square" rtlCol="0">
            <a:spAutoFit/>
          </a:bodyPr>
          <a:lstStyle/>
          <a:p>
            <a:pPr algn="ctr"/>
            <a:r>
              <a:rPr lang="en-US" sz="1050" dirty="0"/>
              <a:t>Correlation of Forces and Means</a:t>
            </a:r>
          </a:p>
          <a:p>
            <a:pPr algn="ctr"/>
            <a:r>
              <a:rPr lang="en-US" sz="1050" dirty="0"/>
              <a:t>(Generated)</a:t>
            </a:r>
          </a:p>
        </p:txBody>
      </p:sp>
      <p:sp>
        <p:nvSpPr>
          <p:cNvPr id="104" name="Rectangle 103">
            <a:extLst>
              <a:ext uri="{FF2B5EF4-FFF2-40B4-BE49-F238E27FC236}">
                <a16:creationId xmlns:a16="http://schemas.microsoft.com/office/drawing/2014/main" id="{7774E4A3-5E6E-F958-D8B6-AD166B49313F}"/>
              </a:ext>
            </a:extLst>
          </p:cNvPr>
          <p:cNvSpPr/>
          <p:nvPr/>
        </p:nvSpPr>
        <p:spPr>
          <a:xfrm>
            <a:off x="2346889" y="267796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5" name="TextBox 104">
            <a:extLst>
              <a:ext uri="{FF2B5EF4-FFF2-40B4-BE49-F238E27FC236}">
                <a16:creationId xmlns:a16="http://schemas.microsoft.com/office/drawing/2014/main" id="{500DD4FF-EF20-9BFE-ABCF-625D0B41632D}"/>
              </a:ext>
            </a:extLst>
          </p:cNvPr>
          <p:cNvSpPr txBox="1"/>
          <p:nvPr/>
        </p:nvSpPr>
        <p:spPr>
          <a:xfrm>
            <a:off x="2384614" y="2788574"/>
            <a:ext cx="1658471" cy="577081"/>
          </a:xfrm>
          <a:prstGeom prst="rect">
            <a:avLst/>
          </a:prstGeom>
          <a:solidFill>
            <a:schemeClr val="bg1"/>
          </a:solidFill>
        </p:spPr>
        <p:txBody>
          <a:bodyPr wrap="square" rtlCol="0">
            <a:spAutoFit/>
          </a:bodyPr>
          <a:lstStyle/>
          <a:p>
            <a:pPr algn="ctr"/>
            <a:r>
              <a:rPr lang="en-US" sz="1050" dirty="0"/>
              <a:t>Running Estimate</a:t>
            </a:r>
          </a:p>
          <a:p>
            <a:pPr algn="ctr"/>
            <a:r>
              <a:rPr lang="en-US" sz="1050" dirty="0"/>
              <a:t>(Uploads from each Info Force and Activity)</a:t>
            </a:r>
          </a:p>
        </p:txBody>
      </p:sp>
      <p:sp>
        <p:nvSpPr>
          <p:cNvPr id="106" name="Rectangle 105">
            <a:extLst>
              <a:ext uri="{FF2B5EF4-FFF2-40B4-BE49-F238E27FC236}">
                <a16:creationId xmlns:a16="http://schemas.microsoft.com/office/drawing/2014/main" id="{E9C8E6D8-F5BB-13EC-CA67-6846499C4146}"/>
              </a:ext>
            </a:extLst>
          </p:cNvPr>
          <p:cNvSpPr/>
          <p:nvPr/>
        </p:nvSpPr>
        <p:spPr>
          <a:xfrm>
            <a:off x="8324483" y="345433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7" name="TextBox 106">
            <a:extLst>
              <a:ext uri="{FF2B5EF4-FFF2-40B4-BE49-F238E27FC236}">
                <a16:creationId xmlns:a16="http://schemas.microsoft.com/office/drawing/2014/main" id="{7CE2A4E5-F6AE-1E5D-797B-17CE5B195F0B}"/>
              </a:ext>
            </a:extLst>
          </p:cNvPr>
          <p:cNvSpPr txBox="1"/>
          <p:nvPr/>
        </p:nvSpPr>
        <p:spPr>
          <a:xfrm>
            <a:off x="8396199" y="3615699"/>
            <a:ext cx="1658471" cy="415498"/>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p:txBody>
      </p:sp>
      <p:sp>
        <p:nvSpPr>
          <p:cNvPr id="108" name="Rectangle 107">
            <a:extLst>
              <a:ext uri="{FF2B5EF4-FFF2-40B4-BE49-F238E27FC236}">
                <a16:creationId xmlns:a16="http://schemas.microsoft.com/office/drawing/2014/main" id="{58FC6616-D4C9-E269-5605-7A7E237F8514}"/>
              </a:ext>
            </a:extLst>
          </p:cNvPr>
          <p:cNvSpPr/>
          <p:nvPr/>
        </p:nvSpPr>
        <p:spPr>
          <a:xfrm>
            <a:off x="6381196" y="346620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9" name="TextBox 108">
            <a:extLst>
              <a:ext uri="{FF2B5EF4-FFF2-40B4-BE49-F238E27FC236}">
                <a16:creationId xmlns:a16="http://schemas.microsoft.com/office/drawing/2014/main" id="{7B862D6F-0AA4-F430-7547-B9FCCAFAA1C9}"/>
              </a:ext>
            </a:extLst>
          </p:cNvPr>
          <p:cNvSpPr txBox="1"/>
          <p:nvPr/>
        </p:nvSpPr>
        <p:spPr>
          <a:xfrm>
            <a:off x="6452913" y="3533474"/>
            <a:ext cx="1658471" cy="577081"/>
          </a:xfrm>
          <a:prstGeom prst="rect">
            <a:avLst/>
          </a:prstGeom>
          <a:solidFill>
            <a:schemeClr val="bg1"/>
          </a:solidFill>
        </p:spPr>
        <p:txBody>
          <a:bodyPr wrap="square" rtlCol="0">
            <a:spAutoFit/>
          </a:bodyPr>
          <a:lstStyle/>
          <a:p>
            <a:pPr algn="ctr"/>
            <a:r>
              <a:rPr lang="en-US" sz="1050" dirty="0"/>
              <a:t>Assess Relative Combat Power</a:t>
            </a:r>
          </a:p>
          <a:p>
            <a:pPr algn="ctr"/>
            <a:endParaRPr lang="en-US" sz="1050" dirty="0"/>
          </a:p>
        </p:txBody>
      </p:sp>
      <p:sp>
        <p:nvSpPr>
          <p:cNvPr id="110" name="Rectangle 109">
            <a:extLst>
              <a:ext uri="{FF2B5EF4-FFF2-40B4-BE49-F238E27FC236}">
                <a16:creationId xmlns:a16="http://schemas.microsoft.com/office/drawing/2014/main" id="{70B3977E-E9D5-961B-AA3E-F05AB5E27570}"/>
              </a:ext>
            </a:extLst>
          </p:cNvPr>
          <p:cNvSpPr/>
          <p:nvPr/>
        </p:nvSpPr>
        <p:spPr>
          <a:xfrm>
            <a:off x="4329961" y="3572736"/>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1" name="TextBox 110">
            <a:extLst>
              <a:ext uri="{FF2B5EF4-FFF2-40B4-BE49-F238E27FC236}">
                <a16:creationId xmlns:a16="http://schemas.microsoft.com/office/drawing/2014/main" id="{D9C76255-7D78-2DB7-E62E-3BA7F78B98FB}"/>
              </a:ext>
            </a:extLst>
          </p:cNvPr>
          <p:cNvSpPr txBox="1"/>
          <p:nvPr/>
        </p:nvSpPr>
        <p:spPr>
          <a:xfrm>
            <a:off x="4473396" y="3849190"/>
            <a:ext cx="1658471" cy="415498"/>
          </a:xfrm>
          <a:prstGeom prst="rect">
            <a:avLst/>
          </a:prstGeom>
          <a:solidFill>
            <a:schemeClr val="bg1"/>
          </a:solidFill>
        </p:spPr>
        <p:txBody>
          <a:bodyPr wrap="square" rtlCol="0">
            <a:spAutoFit/>
          </a:bodyPr>
          <a:lstStyle/>
          <a:p>
            <a:pPr algn="ctr"/>
            <a:r>
              <a:rPr lang="en-US" sz="1050" dirty="0"/>
              <a:t>Array of Initial Forces</a:t>
            </a:r>
          </a:p>
          <a:p>
            <a:pPr algn="ctr"/>
            <a:r>
              <a:rPr lang="en-US" sz="1050" dirty="0"/>
              <a:t>Upload and Generated)</a:t>
            </a:r>
          </a:p>
        </p:txBody>
      </p:sp>
      <p:sp>
        <p:nvSpPr>
          <p:cNvPr id="112" name="Rectangle 111">
            <a:extLst>
              <a:ext uri="{FF2B5EF4-FFF2-40B4-BE49-F238E27FC236}">
                <a16:creationId xmlns:a16="http://schemas.microsoft.com/office/drawing/2014/main" id="{CE67218E-870B-59A0-65A0-862744120CAC}"/>
              </a:ext>
            </a:extLst>
          </p:cNvPr>
          <p:cNvSpPr/>
          <p:nvPr/>
        </p:nvSpPr>
        <p:spPr>
          <a:xfrm>
            <a:off x="2328212" y="359539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3" name="TextBox 112">
            <a:extLst>
              <a:ext uri="{FF2B5EF4-FFF2-40B4-BE49-F238E27FC236}">
                <a16:creationId xmlns:a16="http://schemas.microsoft.com/office/drawing/2014/main" id="{422E9AAD-86C9-E2AF-E50B-1CA8ADCABA86}"/>
              </a:ext>
            </a:extLst>
          </p:cNvPr>
          <p:cNvSpPr txBox="1"/>
          <p:nvPr/>
        </p:nvSpPr>
        <p:spPr>
          <a:xfrm>
            <a:off x="2384525" y="3662334"/>
            <a:ext cx="1658471" cy="577081"/>
          </a:xfrm>
          <a:prstGeom prst="rect">
            <a:avLst/>
          </a:prstGeom>
          <a:noFill/>
        </p:spPr>
        <p:txBody>
          <a:bodyPr wrap="square" rtlCol="0">
            <a:spAutoFit/>
          </a:bodyPr>
          <a:lstStyle/>
          <a:p>
            <a:pPr algn="ctr"/>
            <a:r>
              <a:rPr lang="en-US" sz="1050" dirty="0"/>
              <a:t>All Receive the Mission and Mission Analysis Steps</a:t>
            </a:r>
          </a:p>
        </p:txBody>
      </p:sp>
      <p:sp>
        <p:nvSpPr>
          <p:cNvPr id="114" name="Rectangle 113">
            <a:extLst>
              <a:ext uri="{FF2B5EF4-FFF2-40B4-BE49-F238E27FC236}">
                <a16:creationId xmlns:a16="http://schemas.microsoft.com/office/drawing/2014/main" id="{1A5BDD5F-90F4-DC66-E150-90DFD7FEAF21}"/>
              </a:ext>
            </a:extLst>
          </p:cNvPr>
          <p:cNvSpPr/>
          <p:nvPr/>
        </p:nvSpPr>
        <p:spPr>
          <a:xfrm>
            <a:off x="8317947" y="433848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5" name="TextBox 114">
            <a:extLst>
              <a:ext uri="{FF2B5EF4-FFF2-40B4-BE49-F238E27FC236}">
                <a16:creationId xmlns:a16="http://schemas.microsoft.com/office/drawing/2014/main" id="{4CCD58EC-805C-1C06-DBF6-23B9C8437F13}"/>
              </a:ext>
            </a:extLst>
          </p:cNvPr>
          <p:cNvSpPr txBox="1"/>
          <p:nvPr/>
        </p:nvSpPr>
        <p:spPr>
          <a:xfrm>
            <a:off x="8389663" y="4499854"/>
            <a:ext cx="1658471" cy="577081"/>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a:p>
            <a:pPr algn="ctr"/>
            <a:endParaRPr lang="en-US" sz="1050" dirty="0"/>
          </a:p>
        </p:txBody>
      </p:sp>
      <p:sp>
        <p:nvSpPr>
          <p:cNvPr id="116" name="Rectangle 115">
            <a:extLst>
              <a:ext uri="{FF2B5EF4-FFF2-40B4-BE49-F238E27FC236}">
                <a16:creationId xmlns:a16="http://schemas.microsoft.com/office/drawing/2014/main" id="{974D0B05-CA46-8A4B-7333-A386B35AEF94}"/>
              </a:ext>
            </a:extLst>
          </p:cNvPr>
          <p:cNvSpPr/>
          <p:nvPr/>
        </p:nvSpPr>
        <p:spPr>
          <a:xfrm>
            <a:off x="6391834" y="435035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7" name="TextBox 116">
            <a:extLst>
              <a:ext uri="{FF2B5EF4-FFF2-40B4-BE49-F238E27FC236}">
                <a16:creationId xmlns:a16="http://schemas.microsoft.com/office/drawing/2014/main" id="{33886F17-D63D-65E7-A94B-8803BF3ABE9D}"/>
              </a:ext>
            </a:extLst>
          </p:cNvPr>
          <p:cNvSpPr txBox="1"/>
          <p:nvPr/>
        </p:nvSpPr>
        <p:spPr>
          <a:xfrm>
            <a:off x="6463550" y="4589501"/>
            <a:ext cx="1658471" cy="253916"/>
          </a:xfrm>
          <a:prstGeom prst="rect">
            <a:avLst/>
          </a:prstGeom>
          <a:solidFill>
            <a:schemeClr val="bg1"/>
          </a:solidFill>
        </p:spPr>
        <p:txBody>
          <a:bodyPr wrap="square" rtlCol="0">
            <a:spAutoFit/>
          </a:bodyPr>
          <a:lstStyle/>
          <a:p>
            <a:pPr algn="ctr"/>
            <a:r>
              <a:rPr lang="en-US" sz="1050" dirty="0"/>
              <a:t>Broad Concept</a:t>
            </a:r>
          </a:p>
        </p:txBody>
      </p:sp>
      <p:sp>
        <p:nvSpPr>
          <p:cNvPr id="118" name="Rectangle 117">
            <a:extLst>
              <a:ext uri="{FF2B5EF4-FFF2-40B4-BE49-F238E27FC236}">
                <a16:creationId xmlns:a16="http://schemas.microsoft.com/office/drawing/2014/main" id="{270F50E7-0894-5EAC-5C32-4131698790C3}"/>
              </a:ext>
            </a:extLst>
          </p:cNvPr>
          <p:cNvSpPr/>
          <p:nvPr/>
        </p:nvSpPr>
        <p:spPr>
          <a:xfrm>
            <a:off x="8317947" y="530667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9" name="TextBox 118">
            <a:extLst>
              <a:ext uri="{FF2B5EF4-FFF2-40B4-BE49-F238E27FC236}">
                <a16:creationId xmlns:a16="http://schemas.microsoft.com/office/drawing/2014/main" id="{3B140741-1940-3990-F017-A461ECDA9F9F}"/>
              </a:ext>
            </a:extLst>
          </p:cNvPr>
          <p:cNvSpPr txBox="1"/>
          <p:nvPr/>
        </p:nvSpPr>
        <p:spPr>
          <a:xfrm>
            <a:off x="8389663" y="5468044"/>
            <a:ext cx="1658471" cy="577081"/>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a:p>
            <a:pPr algn="ctr"/>
            <a:endParaRPr lang="en-US" sz="1050" dirty="0"/>
          </a:p>
        </p:txBody>
      </p:sp>
      <p:sp>
        <p:nvSpPr>
          <p:cNvPr id="120" name="Rectangle 119">
            <a:extLst>
              <a:ext uri="{FF2B5EF4-FFF2-40B4-BE49-F238E27FC236}">
                <a16:creationId xmlns:a16="http://schemas.microsoft.com/office/drawing/2014/main" id="{2BF30D0E-84E8-C6C4-A6BD-504D18D5688B}"/>
              </a:ext>
            </a:extLst>
          </p:cNvPr>
          <p:cNvSpPr/>
          <p:nvPr/>
        </p:nvSpPr>
        <p:spPr>
          <a:xfrm>
            <a:off x="6392495" y="525377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1" name="TextBox 120">
            <a:extLst>
              <a:ext uri="{FF2B5EF4-FFF2-40B4-BE49-F238E27FC236}">
                <a16:creationId xmlns:a16="http://schemas.microsoft.com/office/drawing/2014/main" id="{BB32AE33-1F29-C87E-BB6A-F343FD628C40}"/>
              </a:ext>
            </a:extLst>
          </p:cNvPr>
          <p:cNvSpPr txBox="1"/>
          <p:nvPr/>
        </p:nvSpPr>
        <p:spPr>
          <a:xfrm>
            <a:off x="6464212" y="5321045"/>
            <a:ext cx="1658471" cy="415498"/>
          </a:xfrm>
          <a:prstGeom prst="rect">
            <a:avLst/>
          </a:prstGeom>
          <a:solidFill>
            <a:schemeClr val="bg1"/>
          </a:solidFill>
        </p:spPr>
        <p:txBody>
          <a:bodyPr wrap="square" rtlCol="0">
            <a:spAutoFit/>
          </a:bodyPr>
          <a:lstStyle/>
          <a:p>
            <a:pPr algn="ctr"/>
            <a:r>
              <a:rPr lang="en-US" sz="1050" dirty="0"/>
              <a:t>Assess Relative Combat Power</a:t>
            </a:r>
          </a:p>
        </p:txBody>
      </p:sp>
      <p:sp>
        <p:nvSpPr>
          <p:cNvPr id="122" name="Rectangle 121">
            <a:extLst>
              <a:ext uri="{FF2B5EF4-FFF2-40B4-BE49-F238E27FC236}">
                <a16:creationId xmlns:a16="http://schemas.microsoft.com/office/drawing/2014/main" id="{9D0B82A6-47E5-6418-7012-07838A2906DF}"/>
              </a:ext>
            </a:extLst>
          </p:cNvPr>
          <p:cNvSpPr/>
          <p:nvPr/>
        </p:nvSpPr>
        <p:spPr>
          <a:xfrm>
            <a:off x="4461826" y="525377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3" name="TextBox 122">
            <a:extLst>
              <a:ext uri="{FF2B5EF4-FFF2-40B4-BE49-F238E27FC236}">
                <a16:creationId xmlns:a16="http://schemas.microsoft.com/office/drawing/2014/main" id="{F60B7F0A-906F-DEB6-F8EB-562B805C6498}"/>
              </a:ext>
            </a:extLst>
          </p:cNvPr>
          <p:cNvSpPr txBox="1"/>
          <p:nvPr/>
        </p:nvSpPr>
        <p:spPr>
          <a:xfrm>
            <a:off x="4539331" y="5509977"/>
            <a:ext cx="1658471" cy="253916"/>
          </a:xfrm>
          <a:prstGeom prst="rect">
            <a:avLst/>
          </a:prstGeom>
          <a:solidFill>
            <a:schemeClr val="bg1"/>
          </a:solidFill>
        </p:spPr>
        <p:txBody>
          <a:bodyPr wrap="square" rtlCol="0">
            <a:spAutoFit/>
          </a:bodyPr>
          <a:lstStyle/>
          <a:p>
            <a:pPr algn="ctr"/>
            <a:r>
              <a:rPr lang="en-US" sz="1050" dirty="0"/>
              <a:t>Array of Initial Forces</a:t>
            </a:r>
          </a:p>
        </p:txBody>
      </p:sp>
      <p:sp>
        <p:nvSpPr>
          <p:cNvPr id="124" name="Rectangle 123">
            <a:extLst>
              <a:ext uri="{FF2B5EF4-FFF2-40B4-BE49-F238E27FC236}">
                <a16:creationId xmlns:a16="http://schemas.microsoft.com/office/drawing/2014/main" id="{B8FB9466-1684-E6BB-01B2-6080B094065A}"/>
              </a:ext>
            </a:extLst>
          </p:cNvPr>
          <p:cNvSpPr/>
          <p:nvPr/>
        </p:nvSpPr>
        <p:spPr>
          <a:xfrm>
            <a:off x="2256495" y="526986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5" name="TextBox 124">
            <a:extLst>
              <a:ext uri="{FF2B5EF4-FFF2-40B4-BE49-F238E27FC236}">
                <a16:creationId xmlns:a16="http://schemas.microsoft.com/office/drawing/2014/main" id="{A38F0CC7-0BFF-FD55-D39B-023259A1AFF5}"/>
              </a:ext>
            </a:extLst>
          </p:cNvPr>
          <p:cNvSpPr txBox="1"/>
          <p:nvPr/>
        </p:nvSpPr>
        <p:spPr>
          <a:xfrm>
            <a:off x="2312808" y="5336804"/>
            <a:ext cx="1658471" cy="577081"/>
          </a:xfrm>
          <a:prstGeom prst="rect">
            <a:avLst/>
          </a:prstGeom>
          <a:noFill/>
        </p:spPr>
        <p:txBody>
          <a:bodyPr wrap="square" rtlCol="0">
            <a:spAutoFit/>
          </a:bodyPr>
          <a:lstStyle/>
          <a:p>
            <a:pPr algn="ctr"/>
            <a:r>
              <a:rPr lang="en-US" sz="1050" dirty="0"/>
              <a:t>All Receive the Mission and Mission Analysis Steps</a:t>
            </a:r>
          </a:p>
        </p:txBody>
      </p:sp>
      <p:sp>
        <p:nvSpPr>
          <p:cNvPr id="126" name="Rectangle 125">
            <a:extLst>
              <a:ext uri="{FF2B5EF4-FFF2-40B4-BE49-F238E27FC236}">
                <a16:creationId xmlns:a16="http://schemas.microsoft.com/office/drawing/2014/main" id="{31F3B7AE-FD9A-BF78-5BAF-EAB2199FACB2}"/>
              </a:ext>
            </a:extLst>
          </p:cNvPr>
          <p:cNvSpPr/>
          <p:nvPr/>
        </p:nvSpPr>
        <p:spPr>
          <a:xfrm>
            <a:off x="66498" y="1764686"/>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7" name="TextBox 126">
            <a:extLst>
              <a:ext uri="{FF2B5EF4-FFF2-40B4-BE49-F238E27FC236}">
                <a16:creationId xmlns:a16="http://schemas.microsoft.com/office/drawing/2014/main" id="{F6A566A2-F76B-D9FA-A199-AEF7F24E9947}"/>
              </a:ext>
            </a:extLst>
          </p:cNvPr>
          <p:cNvSpPr txBox="1"/>
          <p:nvPr/>
        </p:nvSpPr>
        <p:spPr>
          <a:xfrm>
            <a:off x="138215" y="1978063"/>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28" name="Rectangle 127">
            <a:extLst>
              <a:ext uri="{FF2B5EF4-FFF2-40B4-BE49-F238E27FC236}">
                <a16:creationId xmlns:a16="http://schemas.microsoft.com/office/drawing/2014/main" id="{DC40C8A6-893D-1334-D6BC-C6B66AEF80F0}"/>
              </a:ext>
            </a:extLst>
          </p:cNvPr>
          <p:cNvSpPr/>
          <p:nvPr/>
        </p:nvSpPr>
        <p:spPr>
          <a:xfrm>
            <a:off x="107569" y="267934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9" name="TextBox 128">
            <a:extLst>
              <a:ext uri="{FF2B5EF4-FFF2-40B4-BE49-F238E27FC236}">
                <a16:creationId xmlns:a16="http://schemas.microsoft.com/office/drawing/2014/main" id="{F78D8E63-C3FD-19F4-733F-4FBA8C6E2B6F}"/>
              </a:ext>
            </a:extLst>
          </p:cNvPr>
          <p:cNvSpPr txBox="1"/>
          <p:nvPr/>
        </p:nvSpPr>
        <p:spPr>
          <a:xfrm>
            <a:off x="179286" y="2892721"/>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30" name="Rectangle 129">
            <a:extLst>
              <a:ext uri="{FF2B5EF4-FFF2-40B4-BE49-F238E27FC236}">
                <a16:creationId xmlns:a16="http://schemas.microsoft.com/office/drawing/2014/main" id="{51D6A1C3-BB79-04B0-9551-4D6E45DF1F8D}"/>
              </a:ext>
            </a:extLst>
          </p:cNvPr>
          <p:cNvSpPr/>
          <p:nvPr/>
        </p:nvSpPr>
        <p:spPr>
          <a:xfrm>
            <a:off x="116552" y="368610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1" name="TextBox 130">
            <a:extLst>
              <a:ext uri="{FF2B5EF4-FFF2-40B4-BE49-F238E27FC236}">
                <a16:creationId xmlns:a16="http://schemas.microsoft.com/office/drawing/2014/main" id="{7234048F-0D24-BCA5-41E0-47C7380AFF51}"/>
              </a:ext>
            </a:extLst>
          </p:cNvPr>
          <p:cNvSpPr txBox="1"/>
          <p:nvPr/>
        </p:nvSpPr>
        <p:spPr>
          <a:xfrm>
            <a:off x="188269" y="3899479"/>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34" name="Rectangle 133">
            <a:extLst>
              <a:ext uri="{FF2B5EF4-FFF2-40B4-BE49-F238E27FC236}">
                <a16:creationId xmlns:a16="http://schemas.microsoft.com/office/drawing/2014/main" id="{4A1ADCF2-218B-44A2-4009-F6D8B00B8EB2}"/>
              </a:ext>
            </a:extLst>
          </p:cNvPr>
          <p:cNvSpPr/>
          <p:nvPr/>
        </p:nvSpPr>
        <p:spPr>
          <a:xfrm>
            <a:off x="251006" y="5254667"/>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5" name="TextBox 134">
            <a:extLst>
              <a:ext uri="{FF2B5EF4-FFF2-40B4-BE49-F238E27FC236}">
                <a16:creationId xmlns:a16="http://schemas.microsoft.com/office/drawing/2014/main" id="{01DE7B85-ACC1-969D-B1E2-4F01EE445AD6}"/>
              </a:ext>
            </a:extLst>
          </p:cNvPr>
          <p:cNvSpPr txBox="1"/>
          <p:nvPr/>
        </p:nvSpPr>
        <p:spPr>
          <a:xfrm>
            <a:off x="322723" y="5468044"/>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497C7C0E-714C-4EA9-D6F3-F3D9FEFAE0B1}"/>
              </a:ext>
            </a:extLst>
          </p:cNvPr>
          <p:cNvSpPr/>
          <p:nvPr/>
        </p:nvSpPr>
        <p:spPr>
          <a:xfrm>
            <a:off x="10047655" y="161861"/>
            <a:ext cx="2068164" cy="6392848"/>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ECC90C98-453C-DE3D-499E-3FD897D63E23}"/>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Development Steps</a:t>
            </a:r>
          </a:p>
        </p:txBody>
      </p:sp>
    </p:spTree>
    <p:extLst>
      <p:ext uri="{BB962C8B-B14F-4D97-AF65-F5344CB8AC3E}">
        <p14:creationId xmlns:p14="http://schemas.microsoft.com/office/powerpoint/2010/main" val="1252888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340BD-BCA3-D825-3E71-CA11CC036CF8}"/>
            </a:ext>
          </a:extLst>
        </p:cNvPr>
        <p:cNvGrpSpPr/>
        <p:nvPr/>
      </p:nvGrpSpPr>
      <p:grpSpPr>
        <a:xfrm>
          <a:off x="0" y="0"/>
          <a:ext cx="0" cy="0"/>
          <a:chOff x="0" y="0"/>
          <a:chExt cx="0" cy="0"/>
        </a:xfrm>
      </p:grpSpPr>
      <p:cxnSp>
        <p:nvCxnSpPr>
          <p:cNvPr id="47" name="Straight Arrow Connector 46">
            <a:extLst>
              <a:ext uri="{FF2B5EF4-FFF2-40B4-BE49-F238E27FC236}">
                <a16:creationId xmlns:a16="http://schemas.microsoft.com/office/drawing/2014/main" id="{8FD8FA4E-C07B-FAC6-2302-969BFDD059B3}"/>
              </a:ext>
            </a:extLst>
          </p:cNvPr>
          <p:cNvCxnSpPr>
            <a:cxnSpLocks/>
          </p:cNvCxnSpPr>
          <p:nvPr/>
        </p:nvCxnSpPr>
        <p:spPr>
          <a:xfrm flipV="1">
            <a:off x="1837766" y="1128158"/>
            <a:ext cx="8373041" cy="268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CB666FA5-7E73-B5A3-60C4-6F38A969AF71}"/>
              </a:ext>
            </a:extLst>
          </p:cNvPr>
          <p:cNvSpPr/>
          <p:nvPr/>
        </p:nvSpPr>
        <p:spPr>
          <a:xfrm>
            <a:off x="10210808" y="724256"/>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B6D703CF-8D6E-5FA8-F004-C3916E24C368}"/>
              </a:ext>
            </a:extLst>
          </p:cNvPr>
          <p:cNvSpPr txBox="1"/>
          <p:nvPr/>
        </p:nvSpPr>
        <p:spPr>
          <a:xfrm>
            <a:off x="10282525" y="791527"/>
            <a:ext cx="1658471" cy="577081"/>
          </a:xfrm>
          <a:prstGeom prst="rect">
            <a:avLst/>
          </a:prstGeom>
          <a:solidFill>
            <a:schemeClr val="bg1"/>
          </a:solidFill>
        </p:spPr>
        <p:txBody>
          <a:bodyPr wrap="square" rtlCol="0">
            <a:spAutoFit/>
          </a:bodyPr>
          <a:lstStyle/>
          <a:p>
            <a:pPr algn="ctr"/>
            <a:r>
              <a:rPr lang="en-US" sz="1050" dirty="0"/>
              <a:t>Assess Relative Combat Power</a:t>
            </a:r>
          </a:p>
          <a:p>
            <a:pPr algn="ctr"/>
            <a:r>
              <a:rPr lang="en-US" sz="1050" dirty="0"/>
              <a:t>(Generated)</a:t>
            </a:r>
          </a:p>
        </p:txBody>
      </p:sp>
      <p:sp>
        <p:nvSpPr>
          <p:cNvPr id="29" name="TextBox 28">
            <a:extLst>
              <a:ext uri="{FF2B5EF4-FFF2-40B4-BE49-F238E27FC236}">
                <a16:creationId xmlns:a16="http://schemas.microsoft.com/office/drawing/2014/main" id="{4F637E1D-1C08-993F-CB2A-54A96293DD80}"/>
              </a:ext>
            </a:extLst>
          </p:cNvPr>
          <p:cNvSpPr txBox="1"/>
          <p:nvPr/>
        </p:nvSpPr>
        <p:spPr>
          <a:xfrm>
            <a:off x="726140" y="0"/>
            <a:ext cx="2031069" cy="369332"/>
          </a:xfrm>
          <a:prstGeom prst="rect">
            <a:avLst/>
          </a:prstGeom>
          <a:noFill/>
        </p:spPr>
        <p:txBody>
          <a:bodyPr wrap="none" rtlCol="0">
            <a:spAutoFit/>
          </a:bodyPr>
          <a:lstStyle/>
          <a:p>
            <a:r>
              <a:rPr lang="en-US" dirty="0"/>
              <a:t>COA Development</a:t>
            </a:r>
          </a:p>
        </p:txBody>
      </p:sp>
      <p:sp>
        <p:nvSpPr>
          <p:cNvPr id="40" name="Rectangle 39">
            <a:extLst>
              <a:ext uri="{FF2B5EF4-FFF2-40B4-BE49-F238E27FC236}">
                <a16:creationId xmlns:a16="http://schemas.microsoft.com/office/drawing/2014/main" id="{54282485-213B-2337-1C11-4E7F7FA85F32}"/>
              </a:ext>
            </a:extLst>
          </p:cNvPr>
          <p:cNvSpPr/>
          <p:nvPr/>
        </p:nvSpPr>
        <p:spPr>
          <a:xfrm>
            <a:off x="8287878" y="751151"/>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1" name="TextBox 40">
            <a:extLst>
              <a:ext uri="{FF2B5EF4-FFF2-40B4-BE49-F238E27FC236}">
                <a16:creationId xmlns:a16="http://schemas.microsoft.com/office/drawing/2014/main" id="{F5BDAB51-32B6-1AE8-2173-A84B06D222A8}"/>
              </a:ext>
            </a:extLst>
          </p:cNvPr>
          <p:cNvSpPr txBox="1"/>
          <p:nvPr/>
        </p:nvSpPr>
        <p:spPr>
          <a:xfrm>
            <a:off x="8359595" y="958900"/>
            <a:ext cx="1658471" cy="415498"/>
          </a:xfrm>
          <a:prstGeom prst="rect">
            <a:avLst/>
          </a:prstGeom>
          <a:solidFill>
            <a:schemeClr val="bg1"/>
          </a:solidFill>
        </p:spPr>
        <p:txBody>
          <a:bodyPr wrap="square" rtlCol="0">
            <a:spAutoFit/>
          </a:bodyPr>
          <a:lstStyle/>
          <a:p>
            <a:pPr algn="ctr"/>
            <a:r>
              <a:rPr lang="en-US" sz="1050" dirty="0"/>
              <a:t>Operation Details</a:t>
            </a:r>
          </a:p>
          <a:p>
            <a:pPr algn="ctr"/>
            <a:r>
              <a:rPr lang="en-US" sz="1050" dirty="0"/>
              <a:t>(Upload and OSINT)</a:t>
            </a:r>
          </a:p>
        </p:txBody>
      </p:sp>
      <p:sp>
        <p:nvSpPr>
          <p:cNvPr id="42" name="Rectangle 41">
            <a:extLst>
              <a:ext uri="{FF2B5EF4-FFF2-40B4-BE49-F238E27FC236}">
                <a16:creationId xmlns:a16="http://schemas.microsoft.com/office/drawing/2014/main" id="{6ABF4BCC-88F3-7108-8860-CB7273AF9A34}"/>
              </a:ext>
            </a:extLst>
          </p:cNvPr>
          <p:cNvSpPr/>
          <p:nvPr/>
        </p:nvSpPr>
        <p:spPr>
          <a:xfrm>
            <a:off x="6239444" y="751151"/>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3" name="TextBox 42">
            <a:extLst>
              <a:ext uri="{FF2B5EF4-FFF2-40B4-BE49-F238E27FC236}">
                <a16:creationId xmlns:a16="http://schemas.microsoft.com/office/drawing/2014/main" id="{8CBF84E3-63CD-EE07-DB95-B56E25D7B3AB}"/>
              </a:ext>
            </a:extLst>
          </p:cNvPr>
          <p:cNvSpPr txBox="1"/>
          <p:nvPr/>
        </p:nvSpPr>
        <p:spPr>
          <a:xfrm>
            <a:off x="6311161" y="946814"/>
            <a:ext cx="1658471" cy="415498"/>
          </a:xfrm>
          <a:prstGeom prst="rect">
            <a:avLst/>
          </a:prstGeom>
          <a:solidFill>
            <a:schemeClr val="bg1"/>
          </a:solidFill>
        </p:spPr>
        <p:txBody>
          <a:bodyPr wrap="square" rtlCol="0">
            <a:spAutoFit/>
          </a:bodyPr>
          <a:lstStyle/>
          <a:p>
            <a:pPr algn="ctr"/>
            <a:r>
              <a:rPr lang="en-US" sz="1050" dirty="0"/>
              <a:t>Planning Products</a:t>
            </a:r>
          </a:p>
          <a:p>
            <a:pPr algn="ctr"/>
            <a:r>
              <a:rPr lang="en-US" sz="1050" dirty="0"/>
              <a:t>(Uploads)</a:t>
            </a:r>
          </a:p>
        </p:txBody>
      </p:sp>
      <p:sp>
        <p:nvSpPr>
          <p:cNvPr id="44" name="Rectangle 43">
            <a:extLst>
              <a:ext uri="{FF2B5EF4-FFF2-40B4-BE49-F238E27FC236}">
                <a16:creationId xmlns:a16="http://schemas.microsoft.com/office/drawing/2014/main" id="{3A8830D9-5E79-53C6-506B-2E6B88122FD4}"/>
              </a:ext>
            </a:extLst>
          </p:cNvPr>
          <p:cNvSpPr/>
          <p:nvPr/>
        </p:nvSpPr>
        <p:spPr>
          <a:xfrm>
            <a:off x="4262727" y="76136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5" name="TextBox 44">
            <a:extLst>
              <a:ext uri="{FF2B5EF4-FFF2-40B4-BE49-F238E27FC236}">
                <a16:creationId xmlns:a16="http://schemas.microsoft.com/office/drawing/2014/main" id="{6DB37B80-35E8-5F48-AA81-3A354B952254}"/>
              </a:ext>
            </a:extLst>
          </p:cNvPr>
          <p:cNvSpPr txBox="1"/>
          <p:nvPr/>
        </p:nvSpPr>
        <p:spPr>
          <a:xfrm>
            <a:off x="4300452" y="871972"/>
            <a:ext cx="1658471" cy="577081"/>
          </a:xfrm>
          <a:prstGeom prst="rect">
            <a:avLst/>
          </a:prstGeom>
          <a:solidFill>
            <a:schemeClr val="bg1"/>
          </a:solidFill>
        </p:spPr>
        <p:txBody>
          <a:bodyPr wrap="square" rtlCol="0">
            <a:spAutoFit/>
          </a:bodyPr>
          <a:lstStyle/>
          <a:p>
            <a:pPr algn="ctr"/>
            <a:r>
              <a:rPr lang="en-US" sz="1050" dirty="0"/>
              <a:t>Running Estimate</a:t>
            </a:r>
          </a:p>
          <a:p>
            <a:pPr algn="ctr"/>
            <a:r>
              <a:rPr lang="en-US" sz="1050" dirty="0"/>
              <a:t>(Uploads from each Info Force and Activity)</a:t>
            </a:r>
          </a:p>
        </p:txBody>
      </p:sp>
      <p:sp>
        <p:nvSpPr>
          <p:cNvPr id="91" name="Rectangle 90">
            <a:extLst>
              <a:ext uri="{FF2B5EF4-FFF2-40B4-BE49-F238E27FC236}">
                <a16:creationId xmlns:a16="http://schemas.microsoft.com/office/drawing/2014/main" id="{482FA112-945E-5049-DE56-8810E83603C0}"/>
              </a:ext>
            </a:extLst>
          </p:cNvPr>
          <p:cNvSpPr/>
          <p:nvPr/>
        </p:nvSpPr>
        <p:spPr>
          <a:xfrm>
            <a:off x="35861" y="751151"/>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2" name="Rectangle 91">
            <a:extLst>
              <a:ext uri="{FF2B5EF4-FFF2-40B4-BE49-F238E27FC236}">
                <a16:creationId xmlns:a16="http://schemas.microsoft.com/office/drawing/2014/main" id="{6A6EC330-5974-12B4-B184-5CB8FEFB6A03}"/>
              </a:ext>
            </a:extLst>
          </p:cNvPr>
          <p:cNvSpPr/>
          <p:nvPr/>
        </p:nvSpPr>
        <p:spPr>
          <a:xfrm>
            <a:off x="2312896" y="751151"/>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3" name="TextBox 92">
            <a:extLst>
              <a:ext uri="{FF2B5EF4-FFF2-40B4-BE49-F238E27FC236}">
                <a16:creationId xmlns:a16="http://schemas.microsoft.com/office/drawing/2014/main" id="{DE074B81-4C54-1D20-47E0-ECB52C4A83CF}"/>
              </a:ext>
            </a:extLst>
          </p:cNvPr>
          <p:cNvSpPr txBox="1"/>
          <p:nvPr/>
        </p:nvSpPr>
        <p:spPr>
          <a:xfrm>
            <a:off x="107578" y="964528"/>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94" name="TextBox 93">
            <a:extLst>
              <a:ext uri="{FF2B5EF4-FFF2-40B4-BE49-F238E27FC236}">
                <a16:creationId xmlns:a16="http://schemas.microsoft.com/office/drawing/2014/main" id="{B2F33FBC-F647-80FD-7E1D-9575700B298C}"/>
              </a:ext>
            </a:extLst>
          </p:cNvPr>
          <p:cNvSpPr txBox="1"/>
          <p:nvPr/>
        </p:nvSpPr>
        <p:spPr>
          <a:xfrm>
            <a:off x="2312896" y="936289"/>
            <a:ext cx="1658471" cy="577081"/>
          </a:xfrm>
          <a:prstGeom prst="rect">
            <a:avLst/>
          </a:prstGeom>
          <a:noFill/>
        </p:spPr>
        <p:txBody>
          <a:bodyPr wrap="square" rtlCol="0">
            <a:spAutoFit/>
          </a:bodyPr>
          <a:lstStyle/>
          <a:p>
            <a:pPr algn="ctr"/>
            <a:r>
              <a:rPr lang="en-US" sz="1050" dirty="0"/>
              <a:t>Correlation of Forces and Means</a:t>
            </a:r>
          </a:p>
          <a:p>
            <a:pPr algn="ctr"/>
            <a:r>
              <a:rPr lang="en-US" sz="1050" dirty="0"/>
              <a:t>(Generated)</a:t>
            </a:r>
          </a:p>
        </p:txBody>
      </p:sp>
      <p:sp>
        <p:nvSpPr>
          <p:cNvPr id="146" name="Rectangle 145">
            <a:extLst>
              <a:ext uri="{FF2B5EF4-FFF2-40B4-BE49-F238E27FC236}">
                <a16:creationId xmlns:a16="http://schemas.microsoft.com/office/drawing/2014/main" id="{4B12B2C3-1FA0-9DA3-36FA-584D4552ACD1}"/>
              </a:ext>
            </a:extLst>
          </p:cNvPr>
          <p:cNvSpPr/>
          <p:nvPr/>
        </p:nvSpPr>
        <p:spPr>
          <a:xfrm>
            <a:off x="10047655" y="161861"/>
            <a:ext cx="2068164" cy="6392848"/>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A234F04E-621D-0624-E4B0-416E4C446A41}"/>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Development Steps</a:t>
            </a:r>
          </a:p>
        </p:txBody>
      </p:sp>
      <p:sp>
        <p:nvSpPr>
          <p:cNvPr id="9" name="Rectangle 8">
            <a:extLst>
              <a:ext uri="{FF2B5EF4-FFF2-40B4-BE49-F238E27FC236}">
                <a16:creationId xmlns:a16="http://schemas.microsoft.com/office/drawing/2014/main" id="{92CB116D-8B9E-A8BB-7F8F-B0A7F7F27FD8}"/>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99A9248-7688-2779-2EFD-69ABA5A8DAA3}"/>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13" name="TextBox 12">
            <a:extLst>
              <a:ext uri="{FF2B5EF4-FFF2-40B4-BE49-F238E27FC236}">
                <a16:creationId xmlns:a16="http://schemas.microsoft.com/office/drawing/2014/main" id="{72E3BBDE-4320-5835-C3BD-4C433C367C33}"/>
              </a:ext>
            </a:extLst>
          </p:cNvPr>
          <p:cNvSpPr txBox="1"/>
          <p:nvPr/>
        </p:nvSpPr>
        <p:spPr>
          <a:xfrm>
            <a:off x="429682" y="3066048"/>
            <a:ext cx="8857189" cy="1200329"/>
          </a:xfrm>
          <a:prstGeom prst="rect">
            <a:avLst/>
          </a:prstGeom>
          <a:noFill/>
        </p:spPr>
        <p:txBody>
          <a:bodyPr wrap="square" rtlCol="0">
            <a:spAutoFit/>
          </a:bodyPr>
          <a:lstStyle/>
          <a:p>
            <a:r>
              <a:rPr lang="en-US" dirty="0"/>
              <a:t>Prompt:  Using the title and short description of the operation and specific forces, determine Informational Reach and Vulnerability, Cognitive Resonance and Target Audience (TA) Receptivity, Information-Related Capabilities or Information Forces and activities, and speed of decision making.</a:t>
            </a:r>
          </a:p>
        </p:txBody>
      </p:sp>
    </p:spTree>
    <p:extLst>
      <p:ext uri="{BB962C8B-B14F-4D97-AF65-F5344CB8AC3E}">
        <p14:creationId xmlns:p14="http://schemas.microsoft.com/office/powerpoint/2010/main" val="3638160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460D3-DA7E-BB07-896B-000A2AD4C77A}"/>
            </a:ext>
          </a:extLst>
        </p:cNvPr>
        <p:cNvGrpSpPr/>
        <p:nvPr/>
      </p:nvGrpSpPr>
      <p:grpSpPr>
        <a:xfrm>
          <a:off x="0" y="0"/>
          <a:ext cx="0" cy="0"/>
          <a:chOff x="0" y="0"/>
          <a:chExt cx="0" cy="0"/>
        </a:xfrm>
      </p:grpSpPr>
      <p:cxnSp>
        <p:nvCxnSpPr>
          <p:cNvPr id="136" name="Straight Arrow Connector 135">
            <a:extLst>
              <a:ext uri="{FF2B5EF4-FFF2-40B4-BE49-F238E27FC236}">
                <a16:creationId xmlns:a16="http://schemas.microsoft.com/office/drawing/2014/main" id="{3A50921A-C187-BB8F-929D-EE539BDA21C8}"/>
              </a:ext>
            </a:extLst>
          </p:cNvPr>
          <p:cNvCxnSpPr>
            <a:cxnSpLocks/>
          </p:cNvCxnSpPr>
          <p:nvPr/>
        </p:nvCxnSpPr>
        <p:spPr>
          <a:xfrm flipV="1">
            <a:off x="1846740" y="1228128"/>
            <a:ext cx="8373041" cy="268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DFB4DC60-491D-8A20-811F-6C3D6810EF5D}"/>
              </a:ext>
            </a:extLst>
          </p:cNvPr>
          <p:cNvSpPr/>
          <p:nvPr/>
        </p:nvSpPr>
        <p:spPr>
          <a:xfrm>
            <a:off x="10210808" y="72475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9" name="TextBox 18">
            <a:extLst>
              <a:ext uri="{FF2B5EF4-FFF2-40B4-BE49-F238E27FC236}">
                <a16:creationId xmlns:a16="http://schemas.microsoft.com/office/drawing/2014/main" id="{89AD72DD-BB91-45C2-E822-1BABBCBBE065}"/>
              </a:ext>
            </a:extLst>
          </p:cNvPr>
          <p:cNvSpPr txBox="1"/>
          <p:nvPr/>
        </p:nvSpPr>
        <p:spPr>
          <a:xfrm>
            <a:off x="10282524" y="886118"/>
            <a:ext cx="1658471" cy="415498"/>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p:txBody>
      </p:sp>
      <p:sp>
        <p:nvSpPr>
          <p:cNvPr id="29" name="TextBox 28">
            <a:extLst>
              <a:ext uri="{FF2B5EF4-FFF2-40B4-BE49-F238E27FC236}">
                <a16:creationId xmlns:a16="http://schemas.microsoft.com/office/drawing/2014/main" id="{D45FA512-0BEB-5B7B-18F7-0D31E8A54055}"/>
              </a:ext>
            </a:extLst>
          </p:cNvPr>
          <p:cNvSpPr txBox="1"/>
          <p:nvPr/>
        </p:nvSpPr>
        <p:spPr>
          <a:xfrm>
            <a:off x="726140" y="0"/>
            <a:ext cx="2031069" cy="369332"/>
          </a:xfrm>
          <a:prstGeom prst="rect">
            <a:avLst/>
          </a:prstGeom>
          <a:noFill/>
        </p:spPr>
        <p:txBody>
          <a:bodyPr wrap="none" rtlCol="0">
            <a:spAutoFit/>
          </a:bodyPr>
          <a:lstStyle/>
          <a:p>
            <a:r>
              <a:rPr lang="en-US" dirty="0"/>
              <a:t>COA Development</a:t>
            </a:r>
          </a:p>
        </p:txBody>
      </p:sp>
      <p:sp>
        <p:nvSpPr>
          <p:cNvPr id="66" name="Rectangle 65">
            <a:extLst>
              <a:ext uri="{FF2B5EF4-FFF2-40B4-BE49-F238E27FC236}">
                <a16:creationId xmlns:a16="http://schemas.microsoft.com/office/drawing/2014/main" id="{34E604E6-A46D-F5CA-E362-70B2A367F913}"/>
              </a:ext>
            </a:extLst>
          </p:cNvPr>
          <p:cNvSpPr/>
          <p:nvPr/>
        </p:nvSpPr>
        <p:spPr>
          <a:xfrm>
            <a:off x="2328213" y="80045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7" name="TextBox 66">
            <a:extLst>
              <a:ext uri="{FF2B5EF4-FFF2-40B4-BE49-F238E27FC236}">
                <a16:creationId xmlns:a16="http://schemas.microsoft.com/office/drawing/2014/main" id="{0393CCCC-070B-B933-D2CB-FD63E30012B8}"/>
              </a:ext>
            </a:extLst>
          </p:cNvPr>
          <p:cNvSpPr txBox="1"/>
          <p:nvPr/>
        </p:nvSpPr>
        <p:spPr>
          <a:xfrm>
            <a:off x="2399930" y="867730"/>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68" name="Rectangle 67">
            <a:extLst>
              <a:ext uri="{FF2B5EF4-FFF2-40B4-BE49-F238E27FC236}">
                <a16:creationId xmlns:a16="http://schemas.microsoft.com/office/drawing/2014/main" id="{69F27074-D39A-7CE4-110F-11FCD4C1F070}"/>
              </a:ext>
            </a:extLst>
          </p:cNvPr>
          <p:cNvSpPr/>
          <p:nvPr/>
        </p:nvSpPr>
        <p:spPr>
          <a:xfrm>
            <a:off x="4368991" y="76709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9" name="TextBox 68">
            <a:extLst>
              <a:ext uri="{FF2B5EF4-FFF2-40B4-BE49-F238E27FC236}">
                <a16:creationId xmlns:a16="http://schemas.microsoft.com/office/drawing/2014/main" id="{0E1EDDF2-99BB-006F-0F90-CCFB36112EF9}"/>
              </a:ext>
            </a:extLst>
          </p:cNvPr>
          <p:cNvSpPr txBox="1"/>
          <p:nvPr/>
        </p:nvSpPr>
        <p:spPr>
          <a:xfrm>
            <a:off x="4440707" y="928458"/>
            <a:ext cx="1658471" cy="577081"/>
          </a:xfrm>
          <a:prstGeom prst="rect">
            <a:avLst/>
          </a:prstGeom>
          <a:noFill/>
        </p:spPr>
        <p:txBody>
          <a:bodyPr wrap="square" rtlCol="0">
            <a:spAutoFit/>
          </a:bodyPr>
          <a:lstStyle/>
          <a:p>
            <a:pPr algn="ctr"/>
            <a:r>
              <a:rPr lang="en-US" sz="1050" dirty="0"/>
              <a:t>Higher HQ Mission Statement</a:t>
            </a:r>
          </a:p>
          <a:p>
            <a:pPr algn="ctr"/>
            <a:r>
              <a:rPr lang="en-US" sz="1050" dirty="0"/>
              <a:t>(uploads)</a:t>
            </a:r>
          </a:p>
        </p:txBody>
      </p:sp>
      <p:sp>
        <p:nvSpPr>
          <p:cNvPr id="70" name="Rectangle 69">
            <a:extLst>
              <a:ext uri="{FF2B5EF4-FFF2-40B4-BE49-F238E27FC236}">
                <a16:creationId xmlns:a16="http://schemas.microsoft.com/office/drawing/2014/main" id="{038E9C57-C031-91BD-6D4C-5ECDD500543D}"/>
              </a:ext>
            </a:extLst>
          </p:cNvPr>
          <p:cNvSpPr/>
          <p:nvPr/>
        </p:nvSpPr>
        <p:spPr>
          <a:xfrm>
            <a:off x="6391834" y="786390"/>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1" name="TextBox 70">
            <a:extLst>
              <a:ext uri="{FF2B5EF4-FFF2-40B4-BE49-F238E27FC236}">
                <a16:creationId xmlns:a16="http://schemas.microsoft.com/office/drawing/2014/main" id="{BA51F615-9780-6B29-1F77-B0A3DC01CBF3}"/>
              </a:ext>
            </a:extLst>
          </p:cNvPr>
          <p:cNvSpPr txBox="1"/>
          <p:nvPr/>
        </p:nvSpPr>
        <p:spPr>
          <a:xfrm>
            <a:off x="6463551" y="982053"/>
            <a:ext cx="1658471" cy="415498"/>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72" name="Rectangle 71">
            <a:extLst>
              <a:ext uri="{FF2B5EF4-FFF2-40B4-BE49-F238E27FC236}">
                <a16:creationId xmlns:a16="http://schemas.microsoft.com/office/drawing/2014/main" id="{4A77317E-649E-DDB3-96BF-0F8E5E0C2461}"/>
              </a:ext>
            </a:extLst>
          </p:cNvPr>
          <p:cNvSpPr/>
          <p:nvPr/>
        </p:nvSpPr>
        <p:spPr>
          <a:xfrm>
            <a:off x="8324483" y="78302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3" name="TextBox 72">
            <a:extLst>
              <a:ext uri="{FF2B5EF4-FFF2-40B4-BE49-F238E27FC236}">
                <a16:creationId xmlns:a16="http://schemas.microsoft.com/office/drawing/2014/main" id="{6BEABEA0-C0F8-DA92-91A8-9FE2A1500499}"/>
              </a:ext>
            </a:extLst>
          </p:cNvPr>
          <p:cNvSpPr txBox="1"/>
          <p:nvPr/>
        </p:nvSpPr>
        <p:spPr>
          <a:xfrm>
            <a:off x="8362208" y="857660"/>
            <a:ext cx="1658471" cy="577081"/>
          </a:xfrm>
          <a:prstGeom prst="rect">
            <a:avLst/>
          </a:prstGeom>
          <a:noFill/>
        </p:spPr>
        <p:txBody>
          <a:bodyPr wrap="square" rtlCol="0">
            <a:spAutoFit/>
          </a:bodyPr>
          <a:lstStyle/>
          <a:p>
            <a:pPr algn="ctr"/>
            <a:r>
              <a:rPr lang="en-US" sz="1050" dirty="0"/>
              <a:t>CDR’s Standing Orders and Guidance</a:t>
            </a:r>
          </a:p>
          <a:p>
            <a:pPr algn="ctr"/>
            <a:r>
              <a:rPr lang="en-US" sz="1050" dirty="0"/>
              <a:t>(Uploads)</a:t>
            </a:r>
          </a:p>
        </p:txBody>
      </p:sp>
      <p:sp>
        <p:nvSpPr>
          <p:cNvPr id="126" name="Rectangle 125">
            <a:extLst>
              <a:ext uri="{FF2B5EF4-FFF2-40B4-BE49-F238E27FC236}">
                <a16:creationId xmlns:a16="http://schemas.microsoft.com/office/drawing/2014/main" id="{E2786826-1AFB-CCAC-8C56-C421EA2605F2}"/>
              </a:ext>
            </a:extLst>
          </p:cNvPr>
          <p:cNvSpPr/>
          <p:nvPr/>
        </p:nvSpPr>
        <p:spPr>
          <a:xfrm>
            <a:off x="66498" y="822003"/>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7" name="TextBox 126">
            <a:extLst>
              <a:ext uri="{FF2B5EF4-FFF2-40B4-BE49-F238E27FC236}">
                <a16:creationId xmlns:a16="http://schemas.microsoft.com/office/drawing/2014/main" id="{C965AC4F-92AB-4932-7561-138836BE35B7}"/>
              </a:ext>
            </a:extLst>
          </p:cNvPr>
          <p:cNvSpPr txBox="1"/>
          <p:nvPr/>
        </p:nvSpPr>
        <p:spPr>
          <a:xfrm>
            <a:off x="138215" y="1035380"/>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6723BFCF-60B9-E970-F8D5-D9AAC9888260}"/>
              </a:ext>
            </a:extLst>
          </p:cNvPr>
          <p:cNvSpPr/>
          <p:nvPr/>
        </p:nvSpPr>
        <p:spPr>
          <a:xfrm>
            <a:off x="10047655" y="161861"/>
            <a:ext cx="2068164" cy="6392848"/>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FE1EE50F-782D-B086-A06A-ADEF9B324611}"/>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Development Steps</a:t>
            </a:r>
          </a:p>
        </p:txBody>
      </p:sp>
      <p:sp>
        <p:nvSpPr>
          <p:cNvPr id="9" name="Rectangle 8">
            <a:extLst>
              <a:ext uri="{FF2B5EF4-FFF2-40B4-BE49-F238E27FC236}">
                <a16:creationId xmlns:a16="http://schemas.microsoft.com/office/drawing/2014/main" id="{527152C6-4F51-E0FE-4B2B-10A3CDD16806}"/>
              </a:ext>
            </a:extLst>
          </p:cNvPr>
          <p:cNvSpPr/>
          <p:nvPr/>
        </p:nvSpPr>
        <p:spPr>
          <a:xfrm>
            <a:off x="249749" y="1680815"/>
            <a:ext cx="9228072" cy="51445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82B0170-D776-3477-47CC-A0F694A7C28F}"/>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13" name="TextBox 12">
            <a:extLst>
              <a:ext uri="{FF2B5EF4-FFF2-40B4-BE49-F238E27FC236}">
                <a16:creationId xmlns:a16="http://schemas.microsoft.com/office/drawing/2014/main" id="{71873ED7-F2D8-FB9A-811F-64A2D30DEA4B}"/>
              </a:ext>
            </a:extLst>
          </p:cNvPr>
          <p:cNvSpPr txBox="1"/>
          <p:nvPr/>
        </p:nvSpPr>
        <p:spPr>
          <a:xfrm>
            <a:off x="429682" y="3066048"/>
            <a:ext cx="8857189" cy="2585323"/>
          </a:xfrm>
          <a:prstGeom prst="rect">
            <a:avLst/>
          </a:prstGeom>
          <a:noFill/>
        </p:spPr>
        <p:txBody>
          <a:bodyPr wrap="square" rtlCol="0">
            <a:spAutoFit/>
          </a:bodyPr>
          <a:lstStyle/>
          <a:p>
            <a:r>
              <a:rPr lang="en-US" dirty="0"/>
              <a:t>Prompt: Develop a number of Courses of Action (usually three) with the Operations title and short description and dependencies that are:</a:t>
            </a:r>
          </a:p>
          <a:p>
            <a:r>
              <a:rPr lang="en-US" b="1" dirty="0"/>
              <a:t>Adequate:</a:t>
            </a:r>
            <a:r>
              <a:rPr lang="en-US" dirty="0"/>
              <a:t> Can it accomplish the mission within the commander's guidance?</a:t>
            </a:r>
          </a:p>
          <a:p>
            <a:r>
              <a:rPr lang="en-US" b="1" dirty="0"/>
              <a:t>Feasible:</a:t>
            </a:r>
            <a:r>
              <a:rPr lang="en-US" dirty="0"/>
              <a:t> Does the force have the time, space, and resources to execute it?</a:t>
            </a:r>
          </a:p>
          <a:p>
            <a:r>
              <a:rPr lang="en-US" b="1" dirty="0"/>
              <a:t>Acceptable:</a:t>
            </a:r>
            <a:r>
              <a:rPr lang="en-US" dirty="0"/>
              <a:t> Are the projected risks and costs proportional to the intended benefits?</a:t>
            </a:r>
          </a:p>
          <a:p>
            <a:r>
              <a:rPr lang="en-US" b="1" dirty="0"/>
              <a:t>Distinguishable:</a:t>
            </a:r>
            <a:r>
              <a:rPr lang="en-US" dirty="0"/>
              <a:t> Is this option fundamentally different from the others (e.g., focusing on speed vs. mass)?</a:t>
            </a:r>
          </a:p>
          <a:p>
            <a:r>
              <a:rPr lang="en-US" b="1" dirty="0"/>
              <a:t>Complete:</a:t>
            </a:r>
            <a:r>
              <a:rPr lang="en-US" dirty="0"/>
              <a:t> Does it effectively address the who, what, where, when, and how?</a:t>
            </a:r>
          </a:p>
          <a:p>
            <a:endParaRPr lang="en-US" dirty="0"/>
          </a:p>
        </p:txBody>
      </p:sp>
    </p:spTree>
    <p:extLst>
      <p:ext uri="{BB962C8B-B14F-4D97-AF65-F5344CB8AC3E}">
        <p14:creationId xmlns:p14="http://schemas.microsoft.com/office/powerpoint/2010/main" val="2159445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8011A-2B8E-54A6-6FB7-7AD5A1C7347A}"/>
            </a:ext>
          </a:extLst>
        </p:cNvPr>
        <p:cNvGrpSpPr/>
        <p:nvPr/>
      </p:nvGrpSpPr>
      <p:grpSpPr>
        <a:xfrm>
          <a:off x="0" y="0"/>
          <a:ext cx="0" cy="0"/>
          <a:chOff x="0" y="0"/>
          <a:chExt cx="0" cy="0"/>
        </a:xfrm>
      </p:grpSpPr>
      <p:cxnSp>
        <p:nvCxnSpPr>
          <p:cNvPr id="137" name="Straight Arrow Connector 136">
            <a:extLst>
              <a:ext uri="{FF2B5EF4-FFF2-40B4-BE49-F238E27FC236}">
                <a16:creationId xmlns:a16="http://schemas.microsoft.com/office/drawing/2014/main" id="{42D80C9B-AA92-9935-5948-74A6C4B914E3}"/>
              </a:ext>
            </a:extLst>
          </p:cNvPr>
          <p:cNvCxnSpPr>
            <a:cxnSpLocks/>
          </p:cNvCxnSpPr>
          <p:nvPr/>
        </p:nvCxnSpPr>
        <p:spPr>
          <a:xfrm flipV="1">
            <a:off x="1909475" y="703728"/>
            <a:ext cx="8321542" cy="52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F7BB9795-F28E-EA1F-C3E7-238E8D731D9A}"/>
              </a:ext>
            </a:extLst>
          </p:cNvPr>
          <p:cNvSpPr/>
          <p:nvPr/>
        </p:nvSpPr>
        <p:spPr>
          <a:xfrm>
            <a:off x="10328047" y="689951"/>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0" name="TextBox 19">
            <a:extLst>
              <a:ext uri="{FF2B5EF4-FFF2-40B4-BE49-F238E27FC236}">
                <a16:creationId xmlns:a16="http://schemas.microsoft.com/office/drawing/2014/main" id="{7386682A-9460-690C-CCDF-B11790856C2E}"/>
              </a:ext>
            </a:extLst>
          </p:cNvPr>
          <p:cNvSpPr txBox="1"/>
          <p:nvPr/>
        </p:nvSpPr>
        <p:spPr>
          <a:xfrm>
            <a:off x="10298671" y="920784"/>
            <a:ext cx="1658471" cy="415498"/>
          </a:xfrm>
          <a:prstGeom prst="rect">
            <a:avLst/>
          </a:prstGeom>
          <a:noFill/>
        </p:spPr>
        <p:txBody>
          <a:bodyPr wrap="square" rtlCol="0">
            <a:spAutoFit/>
          </a:bodyPr>
          <a:lstStyle/>
          <a:p>
            <a:pPr algn="ctr"/>
            <a:r>
              <a:rPr lang="en-US" sz="1050" dirty="0"/>
              <a:t>Array of Initial Forces</a:t>
            </a:r>
          </a:p>
          <a:p>
            <a:pPr algn="ctr"/>
            <a:r>
              <a:rPr lang="en-US" sz="1050" dirty="0"/>
              <a:t>(Generated)</a:t>
            </a:r>
          </a:p>
        </p:txBody>
      </p:sp>
      <p:sp>
        <p:nvSpPr>
          <p:cNvPr id="29" name="TextBox 28">
            <a:extLst>
              <a:ext uri="{FF2B5EF4-FFF2-40B4-BE49-F238E27FC236}">
                <a16:creationId xmlns:a16="http://schemas.microsoft.com/office/drawing/2014/main" id="{E03BAA7E-A73B-7A4B-C839-35AE4F6EAF28}"/>
              </a:ext>
            </a:extLst>
          </p:cNvPr>
          <p:cNvSpPr txBox="1"/>
          <p:nvPr/>
        </p:nvSpPr>
        <p:spPr>
          <a:xfrm>
            <a:off x="726140" y="0"/>
            <a:ext cx="2031069" cy="369332"/>
          </a:xfrm>
          <a:prstGeom prst="rect">
            <a:avLst/>
          </a:prstGeom>
          <a:noFill/>
        </p:spPr>
        <p:txBody>
          <a:bodyPr wrap="none" rtlCol="0">
            <a:spAutoFit/>
          </a:bodyPr>
          <a:lstStyle/>
          <a:p>
            <a:r>
              <a:rPr lang="en-US" dirty="0"/>
              <a:t>COA Development</a:t>
            </a:r>
          </a:p>
        </p:txBody>
      </p:sp>
      <p:sp>
        <p:nvSpPr>
          <p:cNvPr id="96" name="Rectangle 95">
            <a:extLst>
              <a:ext uri="{FF2B5EF4-FFF2-40B4-BE49-F238E27FC236}">
                <a16:creationId xmlns:a16="http://schemas.microsoft.com/office/drawing/2014/main" id="{D330FF72-9EE8-1300-3A02-51456EC97C53}"/>
              </a:ext>
            </a:extLst>
          </p:cNvPr>
          <p:cNvSpPr/>
          <p:nvPr/>
        </p:nvSpPr>
        <p:spPr>
          <a:xfrm>
            <a:off x="8317947" y="70372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7" name="TextBox 96">
            <a:extLst>
              <a:ext uri="{FF2B5EF4-FFF2-40B4-BE49-F238E27FC236}">
                <a16:creationId xmlns:a16="http://schemas.microsoft.com/office/drawing/2014/main" id="{ED8BBE47-4A3E-BC4A-8AC5-3ABE6E1ECEF2}"/>
              </a:ext>
            </a:extLst>
          </p:cNvPr>
          <p:cNvSpPr txBox="1"/>
          <p:nvPr/>
        </p:nvSpPr>
        <p:spPr>
          <a:xfrm>
            <a:off x="8298967" y="827573"/>
            <a:ext cx="1658471" cy="415498"/>
          </a:xfrm>
          <a:prstGeom prst="rect">
            <a:avLst/>
          </a:prstGeom>
          <a:noFill/>
        </p:spPr>
        <p:txBody>
          <a:bodyPr wrap="square" rtlCol="0">
            <a:spAutoFit/>
          </a:bodyPr>
          <a:lstStyle/>
          <a:p>
            <a:pPr algn="ctr"/>
            <a:r>
              <a:rPr lang="en-US" sz="1050" dirty="0"/>
              <a:t>Correlation of Forces and Means</a:t>
            </a:r>
          </a:p>
        </p:txBody>
      </p:sp>
      <p:sp>
        <p:nvSpPr>
          <p:cNvPr id="98" name="Rectangle 97">
            <a:extLst>
              <a:ext uri="{FF2B5EF4-FFF2-40B4-BE49-F238E27FC236}">
                <a16:creationId xmlns:a16="http://schemas.microsoft.com/office/drawing/2014/main" id="{4F9BD862-36DA-3ACE-976F-FC3D3A19D2BF}"/>
              </a:ext>
            </a:extLst>
          </p:cNvPr>
          <p:cNvSpPr/>
          <p:nvPr/>
        </p:nvSpPr>
        <p:spPr>
          <a:xfrm>
            <a:off x="6408460" y="70372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9" name="TextBox 98">
            <a:extLst>
              <a:ext uri="{FF2B5EF4-FFF2-40B4-BE49-F238E27FC236}">
                <a16:creationId xmlns:a16="http://schemas.microsoft.com/office/drawing/2014/main" id="{15E7BDA3-E2E4-D0FB-40A2-9E032528B7A1}"/>
              </a:ext>
            </a:extLst>
          </p:cNvPr>
          <p:cNvSpPr txBox="1"/>
          <p:nvPr/>
        </p:nvSpPr>
        <p:spPr>
          <a:xfrm>
            <a:off x="6480658" y="853365"/>
            <a:ext cx="1658471" cy="415498"/>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100" name="Rectangle 99">
            <a:extLst>
              <a:ext uri="{FF2B5EF4-FFF2-40B4-BE49-F238E27FC236}">
                <a16:creationId xmlns:a16="http://schemas.microsoft.com/office/drawing/2014/main" id="{74193D7D-F20E-2AC2-7728-0BBAB9416279}"/>
              </a:ext>
            </a:extLst>
          </p:cNvPr>
          <p:cNvSpPr/>
          <p:nvPr/>
        </p:nvSpPr>
        <p:spPr>
          <a:xfrm>
            <a:off x="4340791" y="70372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1" name="TextBox 100">
            <a:extLst>
              <a:ext uri="{FF2B5EF4-FFF2-40B4-BE49-F238E27FC236}">
                <a16:creationId xmlns:a16="http://schemas.microsoft.com/office/drawing/2014/main" id="{63BFE97D-43FE-237B-170A-D844D59C1154}"/>
              </a:ext>
            </a:extLst>
          </p:cNvPr>
          <p:cNvSpPr txBox="1"/>
          <p:nvPr/>
        </p:nvSpPr>
        <p:spPr>
          <a:xfrm>
            <a:off x="4372786" y="853365"/>
            <a:ext cx="1658471" cy="415498"/>
          </a:xfrm>
          <a:prstGeom prst="rect">
            <a:avLst/>
          </a:prstGeom>
          <a:noFill/>
        </p:spPr>
        <p:txBody>
          <a:bodyPr wrap="square" rtlCol="0">
            <a:spAutoFit/>
          </a:bodyPr>
          <a:lstStyle/>
          <a:p>
            <a:pPr algn="ctr"/>
            <a:r>
              <a:rPr lang="en-US" sz="1050" dirty="0"/>
              <a:t>Identified Tasks</a:t>
            </a:r>
          </a:p>
          <a:p>
            <a:pPr algn="ctr"/>
            <a:r>
              <a:rPr lang="en-US" sz="1050" dirty="0"/>
              <a:t>(Generated)</a:t>
            </a:r>
          </a:p>
        </p:txBody>
      </p:sp>
      <p:sp>
        <p:nvSpPr>
          <p:cNvPr id="104" name="Rectangle 103">
            <a:extLst>
              <a:ext uri="{FF2B5EF4-FFF2-40B4-BE49-F238E27FC236}">
                <a16:creationId xmlns:a16="http://schemas.microsoft.com/office/drawing/2014/main" id="{77ECEA48-7EA1-49C5-413D-F1966D7767F4}"/>
              </a:ext>
            </a:extLst>
          </p:cNvPr>
          <p:cNvSpPr/>
          <p:nvPr/>
        </p:nvSpPr>
        <p:spPr>
          <a:xfrm>
            <a:off x="2346889" y="70372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5" name="TextBox 104">
            <a:extLst>
              <a:ext uri="{FF2B5EF4-FFF2-40B4-BE49-F238E27FC236}">
                <a16:creationId xmlns:a16="http://schemas.microsoft.com/office/drawing/2014/main" id="{290B5E1F-E503-9B17-2500-C2E5FE90644F}"/>
              </a:ext>
            </a:extLst>
          </p:cNvPr>
          <p:cNvSpPr txBox="1"/>
          <p:nvPr/>
        </p:nvSpPr>
        <p:spPr>
          <a:xfrm>
            <a:off x="2407591" y="768817"/>
            <a:ext cx="1658471" cy="577081"/>
          </a:xfrm>
          <a:prstGeom prst="rect">
            <a:avLst/>
          </a:prstGeom>
          <a:solidFill>
            <a:schemeClr val="bg1"/>
          </a:solidFill>
        </p:spPr>
        <p:txBody>
          <a:bodyPr wrap="square" rtlCol="0">
            <a:spAutoFit/>
          </a:bodyPr>
          <a:lstStyle/>
          <a:p>
            <a:pPr algn="ctr"/>
            <a:r>
              <a:rPr lang="en-US" sz="1050" dirty="0"/>
              <a:t>Running Estimate</a:t>
            </a:r>
          </a:p>
          <a:p>
            <a:pPr algn="ctr"/>
            <a:r>
              <a:rPr lang="en-US" sz="1050" dirty="0"/>
              <a:t>(Uploads from each Info Force and Activity)</a:t>
            </a:r>
          </a:p>
        </p:txBody>
      </p:sp>
      <p:sp>
        <p:nvSpPr>
          <p:cNvPr id="128" name="Rectangle 127">
            <a:extLst>
              <a:ext uri="{FF2B5EF4-FFF2-40B4-BE49-F238E27FC236}">
                <a16:creationId xmlns:a16="http://schemas.microsoft.com/office/drawing/2014/main" id="{9F560FF3-0A3B-3115-B6ED-EEF771CEFAF6}"/>
              </a:ext>
            </a:extLst>
          </p:cNvPr>
          <p:cNvSpPr/>
          <p:nvPr/>
        </p:nvSpPr>
        <p:spPr>
          <a:xfrm>
            <a:off x="107569" y="70372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9" name="TextBox 128">
            <a:extLst>
              <a:ext uri="{FF2B5EF4-FFF2-40B4-BE49-F238E27FC236}">
                <a16:creationId xmlns:a16="http://schemas.microsoft.com/office/drawing/2014/main" id="{0BFB8B00-695E-46BF-52D4-12B1AF43A144}"/>
              </a:ext>
            </a:extLst>
          </p:cNvPr>
          <p:cNvSpPr txBox="1"/>
          <p:nvPr/>
        </p:nvSpPr>
        <p:spPr>
          <a:xfrm>
            <a:off x="179286" y="768817"/>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682F2D5D-320C-8ADE-4954-71F018A2AE59}"/>
              </a:ext>
            </a:extLst>
          </p:cNvPr>
          <p:cNvSpPr/>
          <p:nvPr/>
        </p:nvSpPr>
        <p:spPr>
          <a:xfrm>
            <a:off x="10047655" y="161861"/>
            <a:ext cx="2068164" cy="6392848"/>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80ECA6E6-E4A7-F55D-78E4-803BE82A33E5}"/>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Development Steps</a:t>
            </a:r>
          </a:p>
        </p:txBody>
      </p:sp>
      <p:sp>
        <p:nvSpPr>
          <p:cNvPr id="9" name="Rectangle 8">
            <a:extLst>
              <a:ext uri="{FF2B5EF4-FFF2-40B4-BE49-F238E27FC236}">
                <a16:creationId xmlns:a16="http://schemas.microsoft.com/office/drawing/2014/main" id="{61AD2934-0286-2214-D1AE-547C42DAF70A}"/>
              </a:ext>
            </a:extLst>
          </p:cNvPr>
          <p:cNvSpPr/>
          <p:nvPr/>
        </p:nvSpPr>
        <p:spPr>
          <a:xfrm>
            <a:off x="249749" y="1729425"/>
            <a:ext cx="9228072" cy="50959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123BF7F-DC10-5F18-A592-FE7346CD9C13}"/>
              </a:ext>
            </a:extLst>
          </p:cNvPr>
          <p:cNvSpPr txBox="1"/>
          <p:nvPr/>
        </p:nvSpPr>
        <p:spPr>
          <a:xfrm>
            <a:off x="429682" y="1767163"/>
            <a:ext cx="6821291" cy="369332"/>
          </a:xfrm>
          <a:prstGeom prst="rect">
            <a:avLst/>
          </a:prstGeom>
          <a:noFill/>
        </p:spPr>
        <p:txBody>
          <a:bodyPr wrap="none" rtlCol="0">
            <a:spAutoFit/>
          </a:bodyPr>
          <a:lstStyle/>
          <a:p>
            <a:r>
              <a:rPr lang="en-US" dirty="0"/>
              <a:t>Upload: User uploads the available forces to the specific operation</a:t>
            </a:r>
          </a:p>
        </p:txBody>
      </p:sp>
      <p:sp>
        <p:nvSpPr>
          <p:cNvPr id="13" name="TextBox 12">
            <a:extLst>
              <a:ext uri="{FF2B5EF4-FFF2-40B4-BE49-F238E27FC236}">
                <a16:creationId xmlns:a16="http://schemas.microsoft.com/office/drawing/2014/main" id="{86727937-D6F6-F0B2-2779-3E4117558318}"/>
              </a:ext>
            </a:extLst>
          </p:cNvPr>
          <p:cNvSpPr txBox="1"/>
          <p:nvPr/>
        </p:nvSpPr>
        <p:spPr>
          <a:xfrm>
            <a:off x="325612" y="2136495"/>
            <a:ext cx="8857189" cy="4801314"/>
          </a:xfrm>
          <a:prstGeom prst="rect">
            <a:avLst/>
          </a:prstGeom>
          <a:noFill/>
        </p:spPr>
        <p:txBody>
          <a:bodyPr wrap="square" rtlCol="0">
            <a:spAutoFit/>
          </a:bodyPr>
          <a:lstStyle/>
          <a:p>
            <a:r>
              <a:rPr lang="en-US" dirty="0"/>
              <a:t>Prompt: Using the Title and short description and other dependencies, determine initial array of forces by:</a:t>
            </a:r>
          </a:p>
          <a:p>
            <a:r>
              <a:rPr lang="en-US" b="1" dirty="0"/>
              <a:t>Establish Minimum Combat Power Ratios:</a:t>
            </a:r>
            <a:r>
              <a:rPr lang="en-US" dirty="0"/>
              <a:t> Use minimum historical planning ratios as a baseline against the enemy's estimated capabilities to ensure overmatch for decisive operations. </a:t>
            </a:r>
          </a:p>
          <a:p>
            <a:r>
              <a:rPr lang="en-US" b="1" dirty="0"/>
              <a:t>Assign Task and Purpose:</a:t>
            </a:r>
            <a:r>
              <a:rPr lang="en-US" dirty="0"/>
              <a:t> Determine the specific purpose of each force (e.g., shaping, reserve, or main attack) based on the commander's intent and identified </a:t>
            </a:r>
            <a:r>
              <a:rPr lang="en-US" b="1" dirty="0"/>
              <a:t>defeat or stabilization mechanisms</a:t>
            </a:r>
            <a:r>
              <a:rPr lang="en-US" dirty="0"/>
              <a:t>. </a:t>
            </a:r>
          </a:p>
          <a:p>
            <a:r>
              <a:rPr lang="en-US" b="1" dirty="0"/>
              <a:t>Determine Force Densities for Stability Operations:</a:t>
            </a:r>
            <a:r>
              <a:rPr lang="en-US" dirty="0"/>
              <a:t> When planning counterinsurgency or civil-military operations, rely on troop density gauges (e.g., standard ratios of security forces to local inhabitants). </a:t>
            </a:r>
          </a:p>
          <a:p>
            <a:r>
              <a:rPr lang="en-US" b="1" dirty="0"/>
              <a:t>Retain Uncommitted Reserves:</a:t>
            </a:r>
            <a:r>
              <a:rPr lang="en-US" dirty="0"/>
              <a:t> Structure the array so that sufficient forces remain uncommitted to handle contingencies, branches, and sequels. </a:t>
            </a:r>
          </a:p>
          <a:p>
            <a:r>
              <a:rPr lang="en-US" b="1" dirty="0"/>
              <a:t>Integrate Enablers:</a:t>
            </a:r>
            <a:r>
              <a:rPr lang="en-US" dirty="0"/>
              <a:t> Factor in required capabilities such as ISR (Intelligence, Surveillance, and Reconnaissance), biometrics collection elements, and medical support. </a:t>
            </a:r>
          </a:p>
          <a:p>
            <a:endParaRPr lang="en-US" dirty="0"/>
          </a:p>
        </p:txBody>
      </p:sp>
    </p:spTree>
    <p:extLst>
      <p:ext uri="{BB962C8B-B14F-4D97-AF65-F5344CB8AC3E}">
        <p14:creationId xmlns:p14="http://schemas.microsoft.com/office/powerpoint/2010/main" val="1922687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48264-8DD7-A468-D411-33F651F403A3}"/>
            </a:ext>
          </a:extLst>
        </p:cNvPr>
        <p:cNvGrpSpPr/>
        <p:nvPr/>
      </p:nvGrpSpPr>
      <p:grpSpPr>
        <a:xfrm>
          <a:off x="0" y="0"/>
          <a:ext cx="0" cy="0"/>
          <a:chOff x="0" y="0"/>
          <a:chExt cx="0" cy="0"/>
        </a:xfrm>
      </p:grpSpPr>
      <p:cxnSp>
        <p:nvCxnSpPr>
          <p:cNvPr id="139" name="Straight Arrow Connector 138">
            <a:extLst>
              <a:ext uri="{FF2B5EF4-FFF2-40B4-BE49-F238E27FC236}">
                <a16:creationId xmlns:a16="http://schemas.microsoft.com/office/drawing/2014/main" id="{06A5C540-C512-4718-ADFF-C3D45EDDA963}"/>
              </a:ext>
            </a:extLst>
          </p:cNvPr>
          <p:cNvCxnSpPr>
            <a:cxnSpLocks/>
          </p:cNvCxnSpPr>
          <p:nvPr/>
        </p:nvCxnSpPr>
        <p:spPr>
          <a:xfrm flipV="1">
            <a:off x="1872920" y="1111656"/>
            <a:ext cx="8321542" cy="52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8472103C-CF43-7ED8-C3DE-6EC8B8D2022D}"/>
              </a:ext>
            </a:extLst>
          </p:cNvPr>
          <p:cNvSpPr/>
          <p:nvPr/>
        </p:nvSpPr>
        <p:spPr>
          <a:xfrm>
            <a:off x="10223508" y="70824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1" name="TextBox 20">
            <a:extLst>
              <a:ext uri="{FF2B5EF4-FFF2-40B4-BE49-F238E27FC236}">
                <a16:creationId xmlns:a16="http://schemas.microsoft.com/office/drawing/2014/main" id="{32009FF0-1261-FFCF-EB0D-9955F3517138}"/>
              </a:ext>
            </a:extLst>
          </p:cNvPr>
          <p:cNvSpPr txBox="1"/>
          <p:nvPr/>
        </p:nvSpPr>
        <p:spPr>
          <a:xfrm>
            <a:off x="10366943" y="950291"/>
            <a:ext cx="1658471" cy="415498"/>
          </a:xfrm>
          <a:prstGeom prst="rect">
            <a:avLst/>
          </a:prstGeom>
          <a:solidFill>
            <a:schemeClr val="bg1"/>
          </a:solidFill>
        </p:spPr>
        <p:txBody>
          <a:bodyPr wrap="square" rtlCol="0">
            <a:spAutoFit/>
          </a:bodyPr>
          <a:lstStyle/>
          <a:p>
            <a:pPr algn="ctr"/>
            <a:r>
              <a:rPr lang="en-US" sz="1050" dirty="0"/>
              <a:t>Broad Concept</a:t>
            </a:r>
          </a:p>
          <a:p>
            <a:pPr algn="ctr"/>
            <a:r>
              <a:rPr lang="en-US" sz="1050" dirty="0"/>
              <a:t>(Generated)</a:t>
            </a:r>
          </a:p>
        </p:txBody>
      </p:sp>
      <p:sp>
        <p:nvSpPr>
          <p:cNvPr id="29" name="TextBox 28">
            <a:extLst>
              <a:ext uri="{FF2B5EF4-FFF2-40B4-BE49-F238E27FC236}">
                <a16:creationId xmlns:a16="http://schemas.microsoft.com/office/drawing/2014/main" id="{C11F43E2-84E1-646C-C543-52820EE893F4}"/>
              </a:ext>
            </a:extLst>
          </p:cNvPr>
          <p:cNvSpPr txBox="1"/>
          <p:nvPr/>
        </p:nvSpPr>
        <p:spPr>
          <a:xfrm>
            <a:off x="726140" y="0"/>
            <a:ext cx="2031069" cy="369332"/>
          </a:xfrm>
          <a:prstGeom prst="rect">
            <a:avLst/>
          </a:prstGeom>
          <a:noFill/>
        </p:spPr>
        <p:txBody>
          <a:bodyPr wrap="none" rtlCol="0">
            <a:spAutoFit/>
          </a:bodyPr>
          <a:lstStyle/>
          <a:p>
            <a:r>
              <a:rPr lang="en-US" dirty="0"/>
              <a:t>COA Development</a:t>
            </a:r>
          </a:p>
        </p:txBody>
      </p:sp>
      <p:sp>
        <p:nvSpPr>
          <p:cNvPr id="106" name="Rectangle 105">
            <a:extLst>
              <a:ext uri="{FF2B5EF4-FFF2-40B4-BE49-F238E27FC236}">
                <a16:creationId xmlns:a16="http://schemas.microsoft.com/office/drawing/2014/main" id="{C2508BBB-CBE3-8285-45EA-4FFFCA25687F}"/>
              </a:ext>
            </a:extLst>
          </p:cNvPr>
          <p:cNvSpPr/>
          <p:nvPr/>
        </p:nvSpPr>
        <p:spPr>
          <a:xfrm>
            <a:off x="8324483" y="70824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7" name="TextBox 106">
            <a:extLst>
              <a:ext uri="{FF2B5EF4-FFF2-40B4-BE49-F238E27FC236}">
                <a16:creationId xmlns:a16="http://schemas.microsoft.com/office/drawing/2014/main" id="{6D469F05-1400-779E-E0B6-4BB590686917}"/>
              </a:ext>
            </a:extLst>
          </p:cNvPr>
          <p:cNvSpPr txBox="1"/>
          <p:nvPr/>
        </p:nvSpPr>
        <p:spPr>
          <a:xfrm>
            <a:off x="8396199" y="950291"/>
            <a:ext cx="1658471" cy="415498"/>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p:txBody>
      </p:sp>
      <p:sp>
        <p:nvSpPr>
          <p:cNvPr id="108" name="Rectangle 107">
            <a:extLst>
              <a:ext uri="{FF2B5EF4-FFF2-40B4-BE49-F238E27FC236}">
                <a16:creationId xmlns:a16="http://schemas.microsoft.com/office/drawing/2014/main" id="{D34B8C58-82D1-304F-D3C9-0A9C49CC6620}"/>
              </a:ext>
            </a:extLst>
          </p:cNvPr>
          <p:cNvSpPr/>
          <p:nvPr/>
        </p:nvSpPr>
        <p:spPr>
          <a:xfrm>
            <a:off x="6381196" y="70824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9" name="TextBox 108">
            <a:extLst>
              <a:ext uri="{FF2B5EF4-FFF2-40B4-BE49-F238E27FC236}">
                <a16:creationId xmlns:a16="http://schemas.microsoft.com/office/drawing/2014/main" id="{86F9EEEC-AA51-2641-39D2-7A87789CE2C3}"/>
              </a:ext>
            </a:extLst>
          </p:cNvPr>
          <p:cNvSpPr txBox="1"/>
          <p:nvPr/>
        </p:nvSpPr>
        <p:spPr>
          <a:xfrm>
            <a:off x="6452913" y="950291"/>
            <a:ext cx="1658471" cy="577081"/>
          </a:xfrm>
          <a:prstGeom prst="rect">
            <a:avLst/>
          </a:prstGeom>
          <a:noFill/>
        </p:spPr>
        <p:txBody>
          <a:bodyPr wrap="square" rtlCol="0">
            <a:spAutoFit/>
          </a:bodyPr>
          <a:lstStyle/>
          <a:p>
            <a:pPr algn="ctr"/>
            <a:r>
              <a:rPr lang="en-US" sz="1050" dirty="0"/>
              <a:t>Assess Relative Combat Power</a:t>
            </a:r>
          </a:p>
          <a:p>
            <a:pPr algn="ctr"/>
            <a:endParaRPr lang="en-US" sz="1050" dirty="0"/>
          </a:p>
        </p:txBody>
      </p:sp>
      <p:sp>
        <p:nvSpPr>
          <p:cNvPr id="110" name="Rectangle 109">
            <a:extLst>
              <a:ext uri="{FF2B5EF4-FFF2-40B4-BE49-F238E27FC236}">
                <a16:creationId xmlns:a16="http://schemas.microsoft.com/office/drawing/2014/main" id="{75B62699-394C-6145-7D92-D1EEC7FF57C8}"/>
              </a:ext>
            </a:extLst>
          </p:cNvPr>
          <p:cNvSpPr/>
          <p:nvPr/>
        </p:nvSpPr>
        <p:spPr>
          <a:xfrm>
            <a:off x="4329961" y="70824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1" name="TextBox 110">
            <a:extLst>
              <a:ext uri="{FF2B5EF4-FFF2-40B4-BE49-F238E27FC236}">
                <a16:creationId xmlns:a16="http://schemas.microsoft.com/office/drawing/2014/main" id="{6035C421-124F-8AC5-EFC4-7230854798D7}"/>
              </a:ext>
            </a:extLst>
          </p:cNvPr>
          <p:cNvSpPr txBox="1"/>
          <p:nvPr/>
        </p:nvSpPr>
        <p:spPr>
          <a:xfrm>
            <a:off x="4473396" y="950291"/>
            <a:ext cx="1658471" cy="415498"/>
          </a:xfrm>
          <a:prstGeom prst="rect">
            <a:avLst/>
          </a:prstGeom>
          <a:noFill/>
        </p:spPr>
        <p:txBody>
          <a:bodyPr wrap="square" rtlCol="0">
            <a:spAutoFit/>
          </a:bodyPr>
          <a:lstStyle/>
          <a:p>
            <a:pPr algn="ctr"/>
            <a:r>
              <a:rPr lang="en-US" sz="1050" dirty="0"/>
              <a:t>Array of Initial Forces</a:t>
            </a:r>
          </a:p>
          <a:p>
            <a:pPr algn="ctr"/>
            <a:r>
              <a:rPr lang="en-US" sz="1050" dirty="0"/>
              <a:t>Upload and Generated)</a:t>
            </a:r>
          </a:p>
        </p:txBody>
      </p:sp>
      <p:sp>
        <p:nvSpPr>
          <p:cNvPr id="112" name="Rectangle 111">
            <a:extLst>
              <a:ext uri="{FF2B5EF4-FFF2-40B4-BE49-F238E27FC236}">
                <a16:creationId xmlns:a16="http://schemas.microsoft.com/office/drawing/2014/main" id="{A29B4C91-93D4-E11E-5FE3-A0199B6E0723}"/>
              </a:ext>
            </a:extLst>
          </p:cNvPr>
          <p:cNvSpPr/>
          <p:nvPr/>
        </p:nvSpPr>
        <p:spPr>
          <a:xfrm>
            <a:off x="2328212" y="70824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3" name="TextBox 112">
            <a:extLst>
              <a:ext uri="{FF2B5EF4-FFF2-40B4-BE49-F238E27FC236}">
                <a16:creationId xmlns:a16="http://schemas.microsoft.com/office/drawing/2014/main" id="{778A4F64-BF00-D950-00F1-D3DE51FAE2CF}"/>
              </a:ext>
            </a:extLst>
          </p:cNvPr>
          <p:cNvSpPr txBox="1"/>
          <p:nvPr/>
        </p:nvSpPr>
        <p:spPr>
          <a:xfrm>
            <a:off x="2384525" y="950291"/>
            <a:ext cx="1658471" cy="577081"/>
          </a:xfrm>
          <a:prstGeom prst="rect">
            <a:avLst/>
          </a:prstGeom>
          <a:noFill/>
        </p:spPr>
        <p:txBody>
          <a:bodyPr wrap="square" rtlCol="0">
            <a:spAutoFit/>
          </a:bodyPr>
          <a:lstStyle/>
          <a:p>
            <a:pPr algn="ctr"/>
            <a:r>
              <a:rPr lang="en-US" sz="1050" dirty="0"/>
              <a:t>All Receive the Mission and Mission Analysis Steps</a:t>
            </a:r>
          </a:p>
        </p:txBody>
      </p:sp>
      <p:sp>
        <p:nvSpPr>
          <p:cNvPr id="130" name="Rectangle 129">
            <a:extLst>
              <a:ext uri="{FF2B5EF4-FFF2-40B4-BE49-F238E27FC236}">
                <a16:creationId xmlns:a16="http://schemas.microsoft.com/office/drawing/2014/main" id="{66F3BC82-6DE6-5379-1E5B-3517FD752224}"/>
              </a:ext>
            </a:extLst>
          </p:cNvPr>
          <p:cNvSpPr/>
          <p:nvPr/>
        </p:nvSpPr>
        <p:spPr>
          <a:xfrm>
            <a:off x="116552" y="70824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1" name="TextBox 130">
            <a:extLst>
              <a:ext uri="{FF2B5EF4-FFF2-40B4-BE49-F238E27FC236}">
                <a16:creationId xmlns:a16="http://schemas.microsoft.com/office/drawing/2014/main" id="{2D9CFBE1-8687-18F9-58EA-96275BFF424D}"/>
              </a:ext>
            </a:extLst>
          </p:cNvPr>
          <p:cNvSpPr txBox="1"/>
          <p:nvPr/>
        </p:nvSpPr>
        <p:spPr>
          <a:xfrm>
            <a:off x="188269" y="950291"/>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A9C8B488-4C27-1980-23C0-7B282DFD0675}"/>
              </a:ext>
            </a:extLst>
          </p:cNvPr>
          <p:cNvSpPr/>
          <p:nvPr/>
        </p:nvSpPr>
        <p:spPr>
          <a:xfrm>
            <a:off x="10047655" y="161861"/>
            <a:ext cx="2068164" cy="6392848"/>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E8EC3F46-81E7-4FF2-5DFD-0AE215A236B4}"/>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Development Steps</a:t>
            </a:r>
          </a:p>
        </p:txBody>
      </p:sp>
      <p:sp>
        <p:nvSpPr>
          <p:cNvPr id="9" name="Rectangle 8">
            <a:extLst>
              <a:ext uri="{FF2B5EF4-FFF2-40B4-BE49-F238E27FC236}">
                <a16:creationId xmlns:a16="http://schemas.microsoft.com/office/drawing/2014/main" id="{7FC12C2E-D2CB-F5D0-9808-E7CF90F93042}"/>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986B3B7-EAD5-A673-CFB5-0BC00B36CBD9}"/>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13" name="TextBox 12">
            <a:extLst>
              <a:ext uri="{FF2B5EF4-FFF2-40B4-BE49-F238E27FC236}">
                <a16:creationId xmlns:a16="http://schemas.microsoft.com/office/drawing/2014/main" id="{9EFAC516-2457-6806-37A9-656A09EFEDA3}"/>
              </a:ext>
            </a:extLst>
          </p:cNvPr>
          <p:cNvSpPr txBox="1"/>
          <p:nvPr/>
        </p:nvSpPr>
        <p:spPr>
          <a:xfrm>
            <a:off x="328880" y="2269696"/>
            <a:ext cx="8857189" cy="4524315"/>
          </a:xfrm>
          <a:prstGeom prst="rect">
            <a:avLst/>
          </a:prstGeom>
          <a:noFill/>
        </p:spPr>
        <p:txBody>
          <a:bodyPr wrap="square" rtlCol="0">
            <a:spAutoFit/>
          </a:bodyPr>
          <a:lstStyle/>
          <a:p>
            <a:r>
              <a:rPr lang="en-US" dirty="0"/>
              <a:t>Prompt: Using the Title and short description and dependencies develop a broad concept of the operation to articulate the Who, What, Where, When, How, and Why of the mission, aligning the tactical or operational goals directly with broader strategic objectives.  Break down the overview to contain the following elements:</a:t>
            </a:r>
          </a:p>
          <a:p>
            <a:r>
              <a:rPr lang="en-US" dirty="0"/>
              <a:t>Situation: A high-level description of the Operational Environment (OE), the threat, and friendly force disposition.</a:t>
            </a:r>
          </a:p>
          <a:p>
            <a:r>
              <a:rPr lang="en-US" dirty="0"/>
              <a:t>Mission Statement: A clear, concise statement outlining the who, what, when, where, and why of the operation.</a:t>
            </a:r>
          </a:p>
          <a:p>
            <a:r>
              <a:rPr lang="en-US" dirty="0"/>
              <a:t>Commander’s Intent: The overarching purpose of the operation and the desired end state, guiding subordinate actions even when the original plan changes. </a:t>
            </a:r>
          </a:p>
          <a:p>
            <a:r>
              <a:rPr lang="en-US" dirty="0"/>
              <a:t>Concept of Operations (CONOPS): The broad method of execution. This highlights how the joint force will accomplish the mission, broken down into sequential phases (e.g., Deter, Seize Initiative, Dominate, Stabilize) and the primary tasks assigned to subordinate elements.</a:t>
            </a:r>
          </a:p>
          <a:p>
            <a:endParaRPr lang="en-US" dirty="0"/>
          </a:p>
          <a:p>
            <a:endParaRPr lang="en-US" dirty="0"/>
          </a:p>
        </p:txBody>
      </p:sp>
    </p:spTree>
    <p:extLst>
      <p:ext uri="{BB962C8B-B14F-4D97-AF65-F5344CB8AC3E}">
        <p14:creationId xmlns:p14="http://schemas.microsoft.com/office/powerpoint/2010/main" val="1409849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35C30-EB8E-44BA-DFE8-1117DFBD82AC}"/>
            </a:ext>
          </a:extLst>
        </p:cNvPr>
        <p:cNvGrpSpPr/>
        <p:nvPr/>
      </p:nvGrpSpPr>
      <p:grpSpPr>
        <a:xfrm>
          <a:off x="0" y="0"/>
          <a:ext cx="0" cy="0"/>
          <a:chOff x="0" y="0"/>
          <a:chExt cx="0" cy="0"/>
        </a:xfrm>
      </p:grpSpPr>
      <p:cxnSp>
        <p:nvCxnSpPr>
          <p:cNvPr id="140" name="Straight Arrow Connector 139">
            <a:extLst>
              <a:ext uri="{FF2B5EF4-FFF2-40B4-BE49-F238E27FC236}">
                <a16:creationId xmlns:a16="http://schemas.microsoft.com/office/drawing/2014/main" id="{4BCED3B3-3392-9036-7799-39B2F80AC07D}"/>
              </a:ext>
            </a:extLst>
          </p:cNvPr>
          <p:cNvCxnSpPr>
            <a:cxnSpLocks/>
            <a:stCxn id="116" idx="3"/>
          </p:cNvCxnSpPr>
          <p:nvPr/>
        </p:nvCxnSpPr>
        <p:spPr>
          <a:xfrm flipV="1">
            <a:off x="8193740" y="1126234"/>
            <a:ext cx="20582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B8357FA3-4DC6-00BD-0769-D4C18F56892D}"/>
              </a:ext>
            </a:extLst>
          </p:cNvPr>
          <p:cNvSpPr txBox="1"/>
          <p:nvPr/>
        </p:nvSpPr>
        <p:spPr>
          <a:xfrm>
            <a:off x="726140" y="0"/>
            <a:ext cx="2031069" cy="369332"/>
          </a:xfrm>
          <a:prstGeom prst="rect">
            <a:avLst/>
          </a:prstGeom>
          <a:noFill/>
        </p:spPr>
        <p:txBody>
          <a:bodyPr wrap="none" rtlCol="0">
            <a:spAutoFit/>
          </a:bodyPr>
          <a:lstStyle/>
          <a:p>
            <a:r>
              <a:rPr lang="en-US" dirty="0"/>
              <a:t>COA Development</a:t>
            </a:r>
          </a:p>
        </p:txBody>
      </p:sp>
      <p:sp>
        <p:nvSpPr>
          <p:cNvPr id="2" name="Rectangle 1">
            <a:extLst>
              <a:ext uri="{FF2B5EF4-FFF2-40B4-BE49-F238E27FC236}">
                <a16:creationId xmlns:a16="http://schemas.microsoft.com/office/drawing/2014/main" id="{B1EB5B93-6A94-8C31-BB9C-C417397186B9}"/>
              </a:ext>
            </a:extLst>
          </p:cNvPr>
          <p:cNvSpPr/>
          <p:nvPr/>
        </p:nvSpPr>
        <p:spPr>
          <a:xfrm>
            <a:off x="10210808" y="73912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 name="TextBox 2">
            <a:extLst>
              <a:ext uri="{FF2B5EF4-FFF2-40B4-BE49-F238E27FC236}">
                <a16:creationId xmlns:a16="http://schemas.microsoft.com/office/drawing/2014/main" id="{842DE2F3-5B86-A4BE-0CA5-F654D3D0AE40}"/>
              </a:ext>
            </a:extLst>
          </p:cNvPr>
          <p:cNvSpPr txBox="1"/>
          <p:nvPr/>
        </p:nvSpPr>
        <p:spPr>
          <a:xfrm>
            <a:off x="10354243" y="978267"/>
            <a:ext cx="1658471" cy="415498"/>
          </a:xfrm>
          <a:prstGeom prst="rect">
            <a:avLst/>
          </a:prstGeom>
          <a:noFill/>
        </p:spPr>
        <p:txBody>
          <a:bodyPr wrap="square" rtlCol="0">
            <a:spAutoFit/>
          </a:bodyPr>
          <a:lstStyle/>
          <a:p>
            <a:pPr algn="ctr"/>
            <a:r>
              <a:rPr lang="en-US" sz="1050" dirty="0"/>
              <a:t>Assign HQs to COAs</a:t>
            </a:r>
          </a:p>
          <a:p>
            <a:pPr algn="ctr"/>
            <a:r>
              <a:rPr lang="en-US" sz="1050" dirty="0"/>
              <a:t>(Generate or Upload)</a:t>
            </a:r>
          </a:p>
        </p:txBody>
      </p:sp>
      <p:sp>
        <p:nvSpPr>
          <p:cNvPr id="114" name="Rectangle 113">
            <a:extLst>
              <a:ext uri="{FF2B5EF4-FFF2-40B4-BE49-F238E27FC236}">
                <a16:creationId xmlns:a16="http://schemas.microsoft.com/office/drawing/2014/main" id="{442FB292-DEA4-0637-FFA9-A1F9A19D68D7}"/>
              </a:ext>
            </a:extLst>
          </p:cNvPr>
          <p:cNvSpPr/>
          <p:nvPr/>
        </p:nvSpPr>
        <p:spPr>
          <a:xfrm>
            <a:off x="8317947" y="73744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5" name="TextBox 114">
            <a:extLst>
              <a:ext uri="{FF2B5EF4-FFF2-40B4-BE49-F238E27FC236}">
                <a16:creationId xmlns:a16="http://schemas.microsoft.com/office/drawing/2014/main" id="{90DD48EF-C122-8C3F-AFFD-C7F1A447B389}"/>
              </a:ext>
            </a:extLst>
          </p:cNvPr>
          <p:cNvSpPr txBox="1"/>
          <p:nvPr/>
        </p:nvSpPr>
        <p:spPr>
          <a:xfrm>
            <a:off x="8389663" y="898814"/>
            <a:ext cx="1658471" cy="577081"/>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a:p>
            <a:pPr algn="ctr"/>
            <a:endParaRPr lang="en-US" sz="1050" dirty="0"/>
          </a:p>
        </p:txBody>
      </p:sp>
      <p:sp>
        <p:nvSpPr>
          <p:cNvPr id="116" name="Rectangle 115">
            <a:extLst>
              <a:ext uri="{FF2B5EF4-FFF2-40B4-BE49-F238E27FC236}">
                <a16:creationId xmlns:a16="http://schemas.microsoft.com/office/drawing/2014/main" id="{DC686DC2-4B05-FE20-031A-098B563F9083}"/>
              </a:ext>
            </a:extLst>
          </p:cNvPr>
          <p:cNvSpPr/>
          <p:nvPr/>
        </p:nvSpPr>
        <p:spPr>
          <a:xfrm>
            <a:off x="6391834" y="74931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7" name="TextBox 116">
            <a:extLst>
              <a:ext uri="{FF2B5EF4-FFF2-40B4-BE49-F238E27FC236}">
                <a16:creationId xmlns:a16="http://schemas.microsoft.com/office/drawing/2014/main" id="{22144A22-1152-CD22-1405-85F98B13E7FF}"/>
              </a:ext>
            </a:extLst>
          </p:cNvPr>
          <p:cNvSpPr txBox="1"/>
          <p:nvPr/>
        </p:nvSpPr>
        <p:spPr>
          <a:xfrm>
            <a:off x="6463550" y="988461"/>
            <a:ext cx="1658471" cy="253916"/>
          </a:xfrm>
          <a:prstGeom prst="rect">
            <a:avLst/>
          </a:prstGeom>
          <a:solidFill>
            <a:schemeClr val="bg1"/>
          </a:solidFill>
        </p:spPr>
        <p:txBody>
          <a:bodyPr wrap="square" rtlCol="0">
            <a:spAutoFit/>
          </a:bodyPr>
          <a:lstStyle/>
          <a:p>
            <a:pPr algn="ctr"/>
            <a:r>
              <a:rPr lang="en-US" sz="1050" dirty="0"/>
              <a:t>Broad Concept</a:t>
            </a:r>
          </a:p>
        </p:txBody>
      </p:sp>
      <p:sp>
        <p:nvSpPr>
          <p:cNvPr id="146" name="Rectangle 145">
            <a:extLst>
              <a:ext uri="{FF2B5EF4-FFF2-40B4-BE49-F238E27FC236}">
                <a16:creationId xmlns:a16="http://schemas.microsoft.com/office/drawing/2014/main" id="{7D0502C6-786D-50E3-0A87-6060B64B615F}"/>
              </a:ext>
            </a:extLst>
          </p:cNvPr>
          <p:cNvSpPr/>
          <p:nvPr/>
        </p:nvSpPr>
        <p:spPr>
          <a:xfrm>
            <a:off x="10047655" y="161861"/>
            <a:ext cx="2068164" cy="6392848"/>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F64C470B-145A-B47F-7648-1CF4A3778B5D}"/>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Development Steps</a:t>
            </a:r>
          </a:p>
        </p:txBody>
      </p:sp>
      <p:sp>
        <p:nvSpPr>
          <p:cNvPr id="9" name="Rectangle 8">
            <a:extLst>
              <a:ext uri="{FF2B5EF4-FFF2-40B4-BE49-F238E27FC236}">
                <a16:creationId xmlns:a16="http://schemas.microsoft.com/office/drawing/2014/main" id="{9A1D6AC4-ED6C-D054-0418-9247A98EE834}"/>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5934946-BA66-FE42-677F-C52D74317192}"/>
              </a:ext>
            </a:extLst>
          </p:cNvPr>
          <p:cNvSpPr txBox="1"/>
          <p:nvPr/>
        </p:nvSpPr>
        <p:spPr>
          <a:xfrm>
            <a:off x="429682" y="1742960"/>
            <a:ext cx="8857189" cy="646331"/>
          </a:xfrm>
          <a:prstGeom prst="rect">
            <a:avLst/>
          </a:prstGeom>
          <a:noFill/>
        </p:spPr>
        <p:txBody>
          <a:bodyPr wrap="square" rtlCol="0">
            <a:spAutoFit/>
          </a:bodyPr>
          <a:lstStyle/>
          <a:p>
            <a:r>
              <a:rPr lang="en-US" dirty="0"/>
              <a:t>Upload: Using dependencies and forces available upload the Assignment of HQs to the developed Courses of Action (COAs).</a:t>
            </a:r>
          </a:p>
        </p:txBody>
      </p:sp>
      <p:sp>
        <p:nvSpPr>
          <p:cNvPr id="13" name="TextBox 12">
            <a:extLst>
              <a:ext uri="{FF2B5EF4-FFF2-40B4-BE49-F238E27FC236}">
                <a16:creationId xmlns:a16="http://schemas.microsoft.com/office/drawing/2014/main" id="{BCB5EE88-DDFE-1175-3670-7C7CD0B1312A}"/>
              </a:ext>
            </a:extLst>
          </p:cNvPr>
          <p:cNvSpPr txBox="1"/>
          <p:nvPr/>
        </p:nvSpPr>
        <p:spPr>
          <a:xfrm>
            <a:off x="429682" y="3066048"/>
            <a:ext cx="8857189" cy="369332"/>
          </a:xfrm>
          <a:prstGeom prst="rect">
            <a:avLst/>
          </a:prstGeom>
          <a:noFill/>
        </p:spPr>
        <p:txBody>
          <a:bodyPr wrap="square" rtlCol="0">
            <a:spAutoFit/>
          </a:bodyPr>
          <a:lstStyle/>
          <a:p>
            <a:r>
              <a:rPr lang="en-US" dirty="0"/>
              <a:t>Prompt:</a:t>
            </a:r>
          </a:p>
        </p:txBody>
      </p:sp>
    </p:spTree>
    <p:extLst>
      <p:ext uri="{BB962C8B-B14F-4D97-AF65-F5344CB8AC3E}">
        <p14:creationId xmlns:p14="http://schemas.microsoft.com/office/powerpoint/2010/main" val="1849222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A771E-C21C-5077-2D60-1A8D3575E4BD}"/>
            </a:ext>
          </a:extLst>
        </p:cNvPr>
        <p:cNvGrpSpPr/>
        <p:nvPr/>
      </p:nvGrpSpPr>
      <p:grpSpPr>
        <a:xfrm>
          <a:off x="0" y="0"/>
          <a:ext cx="0" cy="0"/>
          <a:chOff x="0" y="0"/>
          <a:chExt cx="0" cy="0"/>
        </a:xfrm>
      </p:grpSpPr>
      <p:cxnSp>
        <p:nvCxnSpPr>
          <p:cNvPr id="144" name="Straight Arrow Connector 143">
            <a:extLst>
              <a:ext uri="{FF2B5EF4-FFF2-40B4-BE49-F238E27FC236}">
                <a16:creationId xmlns:a16="http://schemas.microsoft.com/office/drawing/2014/main" id="{19DDB813-4566-F372-6EE4-891CFACB6063}"/>
              </a:ext>
            </a:extLst>
          </p:cNvPr>
          <p:cNvCxnSpPr>
            <a:cxnSpLocks/>
          </p:cNvCxnSpPr>
          <p:nvPr/>
        </p:nvCxnSpPr>
        <p:spPr>
          <a:xfrm flipV="1">
            <a:off x="2029604" y="1070057"/>
            <a:ext cx="8152702" cy="379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57CD8385-9EF9-79B2-D047-6B0C3A66BD1B}"/>
              </a:ext>
            </a:extLst>
          </p:cNvPr>
          <p:cNvSpPr txBox="1"/>
          <p:nvPr/>
        </p:nvSpPr>
        <p:spPr>
          <a:xfrm>
            <a:off x="726140" y="0"/>
            <a:ext cx="2031069" cy="369332"/>
          </a:xfrm>
          <a:prstGeom prst="rect">
            <a:avLst/>
          </a:prstGeom>
          <a:noFill/>
        </p:spPr>
        <p:txBody>
          <a:bodyPr wrap="none" rtlCol="0">
            <a:spAutoFit/>
          </a:bodyPr>
          <a:lstStyle/>
          <a:p>
            <a:r>
              <a:rPr lang="en-US" dirty="0"/>
              <a:t>COA Development</a:t>
            </a:r>
          </a:p>
        </p:txBody>
      </p:sp>
      <p:sp>
        <p:nvSpPr>
          <p:cNvPr id="38" name="Rectangle 37">
            <a:extLst>
              <a:ext uri="{FF2B5EF4-FFF2-40B4-BE49-F238E27FC236}">
                <a16:creationId xmlns:a16="http://schemas.microsoft.com/office/drawing/2014/main" id="{72AA3D34-105B-CF72-F186-660789600F62}"/>
              </a:ext>
            </a:extLst>
          </p:cNvPr>
          <p:cNvSpPr/>
          <p:nvPr/>
        </p:nvSpPr>
        <p:spPr>
          <a:xfrm>
            <a:off x="10207711" y="73126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9" name="TextBox 38">
            <a:extLst>
              <a:ext uri="{FF2B5EF4-FFF2-40B4-BE49-F238E27FC236}">
                <a16:creationId xmlns:a16="http://schemas.microsoft.com/office/drawing/2014/main" id="{1849F0FA-CA2F-D286-8EB2-BB24AF7B0B1F}"/>
              </a:ext>
            </a:extLst>
          </p:cNvPr>
          <p:cNvSpPr txBox="1"/>
          <p:nvPr/>
        </p:nvSpPr>
        <p:spPr>
          <a:xfrm>
            <a:off x="10266726" y="879796"/>
            <a:ext cx="1658471" cy="577081"/>
          </a:xfrm>
          <a:prstGeom prst="rect">
            <a:avLst/>
          </a:prstGeom>
          <a:solidFill>
            <a:schemeClr val="bg1"/>
          </a:solidFill>
        </p:spPr>
        <p:txBody>
          <a:bodyPr wrap="square" rtlCol="0">
            <a:spAutoFit/>
          </a:bodyPr>
          <a:lstStyle/>
          <a:p>
            <a:pPr algn="ctr"/>
            <a:r>
              <a:rPr lang="en-US" sz="1050" dirty="0"/>
              <a:t>COA Statement and Sketch</a:t>
            </a:r>
          </a:p>
          <a:p>
            <a:pPr algn="ctr"/>
            <a:r>
              <a:rPr lang="en-US" sz="1050" dirty="0"/>
              <a:t>(Generated and upload)</a:t>
            </a:r>
          </a:p>
        </p:txBody>
      </p:sp>
      <p:sp>
        <p:nvSpPr>
          <p:cNvPr id="118" name="Rectangle 117">
            <a:extLst>
              <a:ext uri="{FF2B5EF4-FFF2-40B4-BE49-F238E27FC236}">
                <a16:creationId xmlns:a16="http://schemas.microsoft.com/office/drawing/2014/main" id="{723DBDDB-DA4E-B900-B313-7B6CCD9FBC8D}"/>
              </a:ext>
            </a:extLst>
          </p:cNvPr>
          <p:cNvSpPr/>
          <p:nvPr/>
        </p:nvSpPr>
        <p:spPr>
          <a:xfrm>
            <a:off x="8302150" y="73467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9" name="TextBox 118">
            <a:extLst>
              <a:ext uri="{FF2B5EF4-FFF2-40B4-BE49-F238E27FC236}">
                <a16:creationId xmlns:a16="http://schemas.microsoft.com/office/drawing/2014/main" id="{3C45CDB8-093F-FE87-C053-772403DBC72D}"/>
              </a:ext>
            </a:extLst>
          </p:cNvPr>
          <p:cNvSpPr txBox="1"/>
          <p:nvPr/>
        </p:nvSpPr>
        <p:spPr>
          <a:xfrm>
            <a:off x="8373866" y="943180"/>
            <a:ext cx="1658471" cy="577081"/>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a:p>
            <a:pPr algn="ctr"/>
            <a:endParaRPr lang="en-US" sz="1050" dirty="0"/>
          </a:p>
        </p:txBody>
      </p:sp>
      <p:sp>
        <p:nvSpPr>
          <p:cNvPr id="120" name="Rectangle 119">
            <a:extLst>
              <a:ext uri="{FF2B5EF4-FFF2-40B4-BE49-F238E27FC236}">
                <a16:creationId xmlns:a16="http://schemas.microsoft.com/office/drawing/2014/main" id="{1912C7D5-7727-F96C-3F66-B7809FBE3505}"/>
              </a:ext>
            </a:extLst>
          </p:cNvPr>
          <p:cNvSpPr/>
          <p:nvPr/>
        </p:nvSpPr>
        <p:spPr>
          <a:xfrm>
            <a:off x="6376698" y="728910"/>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1" name="TextBox 120">
            <a:extLst>
              <a:ext uri="{FF2B5EF4-FFF2-40B4-BE49-F238E27FC236}">
                <a16:creationId xmlns:a16="http://schemas.microsoft.com/office/drawing/2014/main" id="{09B51E9D-9626-2C5D-4AED-3AB45CD4714D}"/>
              </a:ext>
            </a:extLst>
          </p:cNvPr>
          <p:cNvSpPr txBox="1"/>
          <p:nvPr/>
        </p:nvSpPr>
        <p:spPr>
          <a:xfrm>
            <a:off x="6448415" y="796181"/>
            <a:ext cx="1658471" cy="415498"/>
          </a:xfrm>
          <a:prstGeom prst="rect">
            <a:avLst/>
          </a:prstGeom>
          <a:solidFill>
            <a:schemeClr val="bg1"/>
          </a:solidFill>
        </p:spPr>
        <p:txBody>
          <a:bodyPr wrap="square" rtlCol="0">
            <a:spAutoFit/>
          </a:bodyPr>
          <a:lstStyle/>
          <a:p>
            <a:pPr algn="ctr"/>
            <a:r>
              <a:rPr lang="en-US" sz="1050" dirty="0"/>
              <a:t>Assess Relative Combat Power</a:t>
            </a:r>
          </a:p>
        </p:txBody>
      </p:sp>
      <p:sp>
        <p:nvSpPr>
          <p:cNvPr id="122" name="Rectangle 121">
            <a:extLst>
              <a:ext uri="{FF2B5EF4-FFF2-40B4-BE49-F238E27FC236}">
                <a16:creationId xmlns:a16="http://schemas.microsoft.com/office/drawing/2014/main" id="{D0841F44-8579-F2C1-D497-C0265E3EF15C}"/>
              </a:ext>
            </a:extLst>
          </p:cNvPr>
          <p:cNvSpPr/>
          <p:nvPr/>
        </p:nvSpPr>
        <p:spPr>
          <a:xfrm>
            <a:off x="4446029" y="728910"/>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3" name="TextBox 122">
            <a:extLst>
              <a:ext uri="{FF2B5EF4-FFF2-40B4-BE49-F238E27FC236}">
                <a16:creationId xmlns:a16="http://schemas.microsoft.com/office/drawing/2014/main" id="{D0B25F05-7EA2-F342-0212-A13953048419}"/>
              </a:ext>
            </a:extLst>
          </p:cNvPr>
          <p:cNvSpPr txBox="1"/>
          <p:nvPr/>
        </p:nvSpPr>
        <p:spPr>
          <a:xfrm>
            <a:off x="4523534" y="985113"/>
            <a:ext cx="1658471" cy="253916"/>
          </a:xfrm>
          <a:prstGeom prst="rect">
            <a:avLst/>
          </a:prstGeom>
          <a:solidFill>
            <a:schemeClr val="bg1"/>
          </a:solidFill>
        </p:spPr>
        <p:txBody>
          <a:bodyPr wrap="square" rtlCol="0">
            <a:spAutoFit/>
          </a:bodyPr>
          <a:lstStyle/>
          <a:p>
            <a:pPr algn="ctr"/>
            <a:r>
              <a:rPr lang="en-US" sz="1050" dirty="0"/>
              <a:t>Array of Initial Forces</a:t>
            </a:r>
          </a:p>
        </p:txBody>
      </p:sp>
      <p:sp>
        <p:nvSpPr>
          <p:cNvPr id="124" name="Rectangle 123">
            <a:extLst>
              <a:ext uri="{FF2B5EF4-FFF2-40B4-BE49-F238E27FC236}">
                <a16:creationId xmlns:a16="http://schemas.microsoft.com/office/drawing/2014/main" id="{6984C731-5397-B467-77AF-54C67E6D8FAF}"/>
              </a:ext>
            </a:extLst>
          </p:cNvPr>
          <p:cNvSpPr/>
          <p:nvPr/>
        </p:nvSpPr>
        <p:spPr>
          <a:xfrm>
            <a:off x="2240698" y="74500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5" name="TextBox 124">
            <a:extLst>
              <a:ext uri="{FF2B5EF4-FFF2-40B4-BE49-F238E27FC236}">
                <a16:creationId xmlns:a16="http://schemas.microsoft.com/office/drawing/2014/main" id="{019EF218-7BF5-9723-B7BA-65EA45E63BE7}"/>
              </a:ext>
            </a:extLst>
          </p:cNvPr>
          <p:cNvSpPr txBox="1"/>
          <p:nvPr/>
        </p:nvSpPr>
        <p:spPr>
          <a:xfrm>
            <a:off x="2297011" y="811940"/>
            <a:ext cx="1658471" cy="577081"/>
          </a:xfrm>
          <a:prstGeom prst="rect">
            <a:avLst/>
          </a:prstGeom>
          <a:noFill/>
        </p:spPr>
        <p:txBody>
          <a:bodyPr wrap="square" rtlCol="0">
            <a:spAutoFit/>
          </a:bodyPr>
          <a:lstStyle/>
          <a:p>
            <a:pPr algn="ctr"/>
            <a:r>
              <a:rPr lang="en-US" sz="1050" dirty="0"/>
              <a:t>All Receive the Mission and Mission Analysis Steps</a:t>
            </a:r>
          </a:p>
        </p:txBody>
      </p:sp>
      <p:sp>
        <p:nvSpPr>
          <p:cNvPr id="134" name="Rectangle 133">
            <a:extLst>
              <a:ext uri="{FF2B5EF4-FFF2-40B4-BE49-F238E27FC236}">
                <a16:creationId xmlns:a16="http://schemas.microsoft.com/office/drawing/2014/main" id="{163E7C49-ED91-B8A9-5E19-FA61E2404002}"/>
              </a:ext>
            </a:extLst>
          </p:cNvPr>
          <p:cNvSpPr/>
          <p:nvPr/>
        </p:nvSpPr>
        <p:spPr>
          <a:xfrm>
            <a:off x="235209" y="729803"/>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5" name="TextBox 134">
            <a:extLst>
              <a:ext uri="{FF2B5EF4-FFF2-40B4-BE49-F238E27FC236}">
                <a16:creationId xmlns:a16="http://schemas.microsoft.com/office/drawing/2014/main" id="{05A45A3F-8C44-F563-3B19-F1019CD3D7E5}"/>
              </a:ext>
            </a:extLst>
          </p:cNvPr>
          <p:cNvSpPr txBox="1"/>
          <p:nvPr/>
        </p:nvSpPr>
        <p:spPr>
          <a:xfrm>
            <a:off x="306926" y="943180"/>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77461CA0-7CB4-9A36-4C9F-05D93AEA74DC}"/>
              </a:ext>
            </a:extLst>
          </p:cNvPr>
          <p:cNvSpPr/>
          <p:nvPr/>
        </p:nvSpPr>
        <p:spPr>
          <a:xfrm>
            <a:off x="10047655" y="161861"/>
            <a:ext cx="2068164" cy="6392848"/>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ABACA81F-006B-E310-CA06-88E1CB7F8B70}"/>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Development Steps</a:t>
            </a:r>
          </a:p>
        </p:txBody>
      </p:sp>
      <p:sp>
        <p:nvSpPr>
          <p:cNvPr id="9" name="Rectangle 8">
            <a:extLst>
              <a:ext uri="{FF2B5EF4-FFF2-40B4-BE49-F238E27FC236}">
                <a16:creationId xmlns:a16="http://schemas.microsoft.com/office/drawing/2014/main" id="{299F052C-ABF0-E0E5-C985-F9A65F17711C}"/>
              </a:ext>
            </a:extLst>
          </p:cNvPr>
          <p:cNvSpPr/>
          <p:nvPr/>
        </p:nvSpPr>
        <p:spPr>
          <a:xfrm>
            <a:off x="249749" y="1624013"/>
            <a:ext cx="9768860"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B9DAE20-3B62-BB06-61A0-831430BCC056}"/>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13" name="TextBox 12">
            <a:extLst>
              <a:ext uri="{FF2B5EF4-FFF2-40B4-BE49-F238E27FC236}">
                <a16:creationId xmlns:a16="http://schemas.microsoft.com/office/drawing/2014/main" id="{341AF5D8-BBA1-93C0-1536-D779B94ACE30}"/>
              </a:ext>
            </a:extLst>
          </p:cNvPr>
          <p:cNvSpPr txBox="1"/>
          <p:nvPr/>
        </p:nvSpPr>
        <p:spPr>
          <a:xfrm>
            <a:off x="429682" y="2179568"/>
            <a:ext cx="9487316" cy="4801314"/>
          </a:xfrm>
          <a:prstGeom prst="rect">
            <a:avLst/>
          </a:prstGeom>
          <a:noFill/>
        </p:spPr>
        <p:txBody>
          <a:bodyPr wrap="square" rtlCol="0">
            <a:spAutoFit/>
          </a:bodyPr>
          <a:lstStyle/>
          <a:p>
            <a:r>
              <a:rPr lang="en-US" dirty="0"/>
              <a:t>Prompt: using the dependencies, determine the:</a:t>
            </a:r>
            <a:endParaRPr lang="en-US" b="1" dirty="0"/>
          </a:p>
          <a:p>
            <a:r>
              <a:rPr lang="en-US" b="1" dirty="0"/>
              <a:t>Mission Statement:</a:t>
            </a:r>
            <a:r>
              <a:rPr lang="en-US" dirty="0"/>
              <a:t> The restated mission statement detailing the </a:t>
            </a:r>
            <a:r>
              <a:rPr lang="en-US" i="1" dirty="0"/>
              <a:t>who</a:t>
            </a:r>
            <a:r>
              <a:rPr lang="en-US" dirty="0"/>
              <a:t>, </a:t>
            </a:r>
            <a:r>
              <a:rPr lang="en-US" i="1" dirty="0"/>
              <a:t>what</a:t>
            </a:r>
            <a:r>
              <a:rPr lang="en-US" dirty="0"/>
              <a:t>, </a:t>
            </a:r>
            <a:r>
              <a:rPr lang="en-US" i="1" dirty="0"/>
              <a:t>where</a:t>
            </a:r>
            <a:r>
              <a:rPr lang="en-US" dirty="0"/>
              <a:t>, </a:t>
            </a:r>
            <a:r>
              <a:rPr lang="en-US" i="1" dirty="0"/>
              <a:t>when</a:t>
            </a:r>
            <a:r>
              <a:rPr lang="en-US" dirty="0"/>
              <a:t>, and </a:t>
            </a:r>
            <a:r>
              <a:rPr lang="en-US" i="1" dirty="0"/>
              <a:t>why</a:t>
            </a:r>
            <a:r>
              <a:rPr lang="en-US" dirty="0"/>
              <a:t>.</a:t>
            </a:r>
          </a:p>
          <a:p>
            <a:r>
              <a:rPr lang="en-US" b="1" dirty="0"/>
              <a:t>Commander’s Intent:</a:t>
            </a:r>
            <a:r>
              <a:rPr lang="en-US" dirty="0"/>
              <a:t> The overall purpose of the operation and the desired end state.</a:t>
            </a:r>
          </a:p>
          <a:p>
            <a:r>
              <a:rPr lang="en-US" b="1" dirty="0"/>
              <a:t>Concept of Operations (CONOPS):</a:t>
            </a:r>
            <a:r>
              <a:rPr lang="en-US" dirty="0"/>
              <a:t> The </a:t>
            </a:r>
            <a:r>
              <a:rPr lang="en-US" i="1" dirty="0"/>
              <a:t>scheme of maneuver</a:t>
            </a:r>
            <a:r>
              <a:rPr lang="en-US" dirty="0"/>
              <a:t>, breaking down the operation into specific phases or operational themes (e.g., Shape, Deter, Seize Initiative, Dominate).</a:t>
            </a:r>
          </a:p>
          <a:p>
            <a:r>
              <a:rPr lang="en-US" b="1" dirty="0"/>
              <a:t>Task Organization:</a:t>
            </a:r>
            <a:r>
              <a:rPr lang="en-US" dirty="0"/>
              <a:t> The allocation of forces, identifying decisive, shaping, and sustaining operations.</a:t>
            </a:r>
          </a:p>
          <a:p>
            <a:r>
              <a:rPr lang="en-US" dirty="0"/>
              <a:t>Develop a COA Sketch that is simple and easy to understand at a glance, typically including, </a:t>
            </a:r>
            <a:r>
              <a:rPr lang="en-US" b="1" dirty="0"/>
              <a:t>Boundaries: </a:t>
            </a:r>
            <a:r>
              <a:rPr lang="en-US" dirty="0"/>
              <a:t>Unit boundaries and operational area limits. </a:t>
            </a:r>
            <a:r>
              <a:rPr lang="en-US" b="1" dirty="0"/>
              <a:t>Decisive Points:</a:t>
            </a:r>
            <a:r>
              <a:rPr lang="en-US" dirty="0"/>
              <a:t> The key locations where the commander's primary effort will be executed. </a:t>
            </a:r>
            <a:r>
              <a:rPr lang="en-US" b="1" dirty="0"/>
              <a:t>Unit Symbols:</a:t>
            </a:r>
            <a:r>
              <a:rPr lang="en-US" dirty="0"/>
              <a:t> Friendly (blue) and enemy/threat (red) dispositions, as well as neutral or non-combatant locations where relevant.</a:t>
            </a:r>
          </a:p>
          <a:p>
            <a:r>
              <a:rPr lang="en-US" b="1" dirty="0"/>
              <a:t>Key Terrain:</a:t>
            </a:r>
            <a:r>
              <a:rPr lang="en-US" dirty="0"/>
              <a:t> Significant geographic features, mobility corridors, and avenues of approach.</a:t>
            </a:r>
          </a:p>
          <a:p>
            <a:r>
              <a:rPr lang="en-US" b="1" dirty="0"/>
              <a:t>Control Measures:</a:t>
            </a:r>
            <a:r>
              <a:rPr lang="en-US" dirty="0"/>
              <a:t> Lines of departure, phase lines, objectives, axes of advance, and assembly areas.</a:t>
            </a:r>
          </a:p>
          <a:p>
            <a:endParaRPr lang="en-US" dirty="0"/>
          </a:p>
          <a:p>
            <a:endParaRPr lang="en-US" dirty="0"/>
          </a:p>
        </p:txBody>
      </p:sp>
    </p:spTree>
    <p:extLst>
      <p:ext uri="{BB962C8B-B14F-4D97-AF65-F5344CB8AC3E}">
        <p14:creationId xmlns:p14="http://schemas.microsoft.com/office/powerpoint/2010/main" val="62224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6D413-295B-8281-5ABC-E4836FD80F76}"/>
            </a:ext>
          </a:extLst>
        </p:cNvPr>
        <p:cNvGrpSpPr/>
        <p:nvPr/>
      </p:nvGrpSpPr>
      <p:grpSpPr>
        <a:xfrm>
          <a:off x="0" y="0"/>
          <a:ext cx="0" cy="0"/>
          <a:chOff x="0" y="0"/>
          <a:chExt cx="0" cy="0"/>
        </a:xfrm>
      </p:grpSpPr>
      <p:cxnSp>
        <p:nvCxnSpPr>
          <p:cNvPr id="140" name="Straight Arrow Connector 139">
            <a:extLst>
              <a:ext uri="{FF2B5EF4-FFF2-40B4-BE49-F238E27FC236}">
                <a16:creationId xmlns:a16="http://schemas.microsoft.com/office/drawing/2014/main" id="{CE112BB6-3B5A-CE0E-CAF0-3E152F0984FE}"/>
              </a:ext>
            </a:extLst>
          </p:cNvPr>
          <p:cNvCxnSpPr>
            <a:cxnSpLocks/>
          </p:cNvCxnSpPr>
          <p:nvPr/>
        </p:nvCxnSpPr>
        <p:spPr>
          <a:xfrm flipV="1">
            <a:off x="8193740" y="4727274"/>
            <a:ext cx="20582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9" name="Straight Arrow Connector 138">
            <a:extLst>
              <a:ext uri="{FF2B5EF4-FFF2-40B4-BE49-F238E27FC236}">
                <a16:creationId xmlns:a16="http://schemas.microsoft.com/office/drawing/2014/main" id="{EE80E142-C786-CCD7-8DAE-1A3BC1BAB244}"/>
              </a:ext>
            </a:extLst>
          </p:cNvPr>
          <p:cNvCxnSpPr>
            <a:cxnSpLocks/>
          </p:cNvCxnSpPr>
          <p:nvPr/>
        </p:nvCxnSpPr>
        <p:spPr>
          <a:xfrm>
            <a:off x="226000" y="4030902"/>
            <a:ext cx="10005017" cy="18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7572E679-1CA4-0EEA-D088-E9E5DE5E9FA1}"/>
              </a:ext>
            </a:extLst>
          </p:cNvPr>
          <p:cNvCxnSpPr>
            <a:cxnSpLocks/>
          </p:cNvCxnSpPr>
          <p:nvPr/>
        </p:nvCxnSpPr>
        <p:spPr>
          <a:xfrm flipV="1">
            <a:off x="1960983" y="3030382"/>
            <a:ext cx="8321542" cy="52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6" name="Straight Arrow Connector 135">
            <a:extLst>
              <a:ext uri="{FF2B5EF4-FFF2-40B4-BE49-F238E27FC236}">
                <a16:creationId xmlns:a16="http://schemas.microsoft.com/office/drawing/2014/main" id="{E836B4CD-D173-2CCA-0007-42F0B5C5C4F6}"/>
              </a:ext>
            </a:extLst>
          </p:cNvPr>
          <p:cNvCxnSpPr>
            <a:cxnSpLocks/>
          </p:cNvCxnSpPr>
          <p:nvPr/>
        </p:nvCxnSpPr>
        <p:spPr>
          <a:xfrm flipV="1">
            <a:off x="362139" y="2143650"/>
            <a:ext cx="9892432" cy="124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4817B313-2DA6-CF07-1A56-F023C824957E}"/>
              </a:ext>
            </a:extLst>
          </p:cNvPr>
          <p:cNvCxnSpPr>
            <a:cxnSpLocks/>
            <a:stCxn id="8" idx="1"/>
          </p:cNvCxnSpPr>
          <p:nvPr/>
        </p:nvCxnSpPr>
        <p:spPr>
          <a:xfrm flipV="1">
            <a:off x="2558185" y="1184720"/>
            <a:ext cx="7652622" cy="208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14ACA69E-6FFB-7167-73B7-AC5728A76E76}"/>
              </a:ext>
            </a:extLst>
          </p:cNvPr>
          <p:cNvSpPr/>
          <p:nvPr/>
        </p:nvSpPr>
        <p:spPr>
          <a:xfrm>
            <a:off x="10210808" y="78081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 name="Rectangle 4">
            <a:extLst>
              <a:ext uri="{FF2B5EF4-FFF2-40B4-BE49-F238E27FC236}">
                <a16:creationId xmlns:a16="http://schemas.microsoft.com/office/drawing/2014/main" id="{6A185E91-5C50-EC06-FEDB-249229E0443F}"/>
              </a:ext>
            </a:extLst>
          </p:cNvPr>
          <p:cNvSpPr/>
          <p:nvPr/>
        </p:nvSpPr>
        <p:spPr>
          <a:xfrm>
            <a:off x="10210808" y="166743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 name="Rectangle 5">
            <a:extLst>
              <a:ext uri="{FF2B5EF4-FFF2-40B4-BE49-F238E27FC236}">
                <a16:creationId xmlns:a16="http://schemas.microsoft.com/office/drawing/2014/main" id="{0251546F-DBDF-FAB5-1E0D-BC3BDC979AE0}"/>
              </a:ext>
            </a:extLst>
          </p:cNvPr>
          <p:cNvSpPr/>
          <p:nvPr/>
        </p:nvSpPr>
        <p:spPr>
          <a:xfrm>
            <a:off x="10210808" y="253252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 name="Rectangle 6">
            <a:extLst>
              <a:ext uri="{FF2B5EF4-FFF2-40B4-BE49-F238E27FC236}">
                <a16:creationId xmlns:a16="http://schemas.microsoft.com/office/drawing/2014/main" id="{A09AD5C7-ED28-1189-59E1-823214671449}"/>
              </a:ext>
            </a:extLst>
          </p:cNvPr>
          <p:cNvSpPr/>
          <p:nvPr/>
        </p:nvSpPr>
        <p:spPr>
          <a:xfrm>
            <a:off x="10223508" y="3432591"/>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498E8393-9F36-9163-BBEC-8BD4D685D57E}"/>
              </a:ext>
            </a:extLst>
          </p:cNvPr>
          <p:cNvSpPr txBox="1"/>
          <p:nvPr/>
        </p:nvSpPr>
        <p:spPr>
          <a:xfrm>
            <a:off x="10282525" y="848089"/>
            <a:ext cx="1658471" cy="253916"/>
          </a:xfrm>
          <a:prstGeom prst="rect">
            <a:avLst/>
          </a:prstGeom>
          <a:noFill/>
        </p:spPr>
        <p:txBody>
          <a:bodyPr wrap="square" rtlCol="0">
            <a:spAutoFit/>
          </a:bodyPr>
          <a:lstStyle/>
          <a:p>
            <a:pPr algn="ctr"/>
            <a:r>
              <a:rPr lang="en-US" sz="1050" dirty="0"/>
              <a:t>Friendly Forces</a:t>
            </a:r>
          </a:p>
        </p:txBody>
      </p:sp>
      <p:sp>
        <p:nvSpPr>
          <p:cNvPr id="19" name="TextBox 18">
            <a:extLst>
              <a:ext uri="{FF2B5EF4-FFF2-40B4-BE49-F238E27FC236}">
                <a16:creationId xmlns:a16="http://schemas.microsoft.com/office/drawing/2014/main" id="{E5703E10-DEE8-DCF8-AB24-08E34E2A2D4D}"/>
              </a:ext>
            </a:extLst>
          </p:cNvPr>
          <p:cNvSpPr txBox="1"/>
          <p:nvPr/>
        </p:nvSpPr>
        <p:spPr>
          <a:xfrm>
            <a:off x="10346227" y="1828801"/>
            <a:ext cx="1658471" cy="253916"/>
          </a:xfrm>
          <a:prstGeom prst="rect">
            <a:avLst/>
          </a:prstGeom>
          <a:noFill/>
        </p:spPr>
        <p:txBody>
          <a:bodyPr wrap="square" rtlCol="0">
            <a:spAutoFit/>
          </a:bodyPr>
          <a:lstStyle/>
          <a:p>
            <a:pPr algn="ctr"/>
            <a:r>
              <a:rPr lang="en-US" sz="1050" dirty="0"/>
              <a:t>Assumptions</a:t>
            </a:r>
          </a:p>
        </p:txBody>
      </p:sp>
      <p:sp>
        <p:nvSpPr>
          <p:cNvPr id="20" name="TextBox 19">
            <a:extLst>
              <a:ext uri="{FF2B5EF4-FFF2-40B4-BE49-F238E27FC236}">
                <a16:creationId xmlns:a16="http://schemas.microsoft.com/office/drawing/2014/main" id="{47EFAB55-611B-1552-FD89-9FEFBCBE3DEA}"/>
              </a:ext>
            </a:extLst>
          </p:cNvPr>
          <p:cNvSpPr txBox="1"/>
          <p:nvPr/>
        </p:nvSpPr>
        <p:spPr>
          <a:xfrm>
            <a:off x="10417946" y="2808983"/>
            <a:ext cx="1658471" cy="415498"/>
          </a:xfrm>
          <a:prstGeom prst="rect">
            <a:avLst/>
          </a:prstGeom>
          <a:noFill/>
        </p:spPr>
        <p:txBody>
          <a:bodyPr wrap="square" rtlCol="0">
            <a:spAutoFit/>
          </a:bodyPr>
          <a:lstStyle/>
          <a:p>
            <a:pPr algn="ctr"/>
            <a:r>
              <a:rPr lang="en-US" sz="1050" dirty="0"/>
              <a:t>Events and Decision points</a:t>
            </a:r>
          </a:p>
        </p:txBody>
      </p:sp>
      <p:sp>
        <p:nvSpPr>
          <p:cNvPr id="21" name="TextBox 20">
            <a:extLst>
              <a:ext uri="{FF2B5EF4-FFF2-40B4-BE49-F238E27FC236}">
                <a16:creationId xmlns:a16="http://schemas.microsoft.com/office/drawing/2014/main" id="{C8C3F289-1AD1-E49A-5496-023AE806F43B}"/>
              </a:ext>
            </a:extLst>
          </p:cNvPr>
          <p:cNvSpPr txBox="1"/>
          <p:nvPr/>
        </p:nvSpPr>
        <p:spPr>
          <a:xfrm>
            <a:off x="10430646" y="3671734"/>
            <a:ext cx="1658471" cy="415498"/>
          </a:xfrm>
          <a:prstGeom prst="rect">
            <a:avLst/>
          </a:prstGeom>
          <a:noFill/>
        </p:spPr>
        <p:txBody>
          <a:bodyPr wrap="square" rtlCol="0">
            <a:spAutoFit/>
          </a:bodyPr>
          <a:lstStyle/>
          <a:p>
            <a:pPr algn="ctr"/>
            <a:r>
              <a:rPr lang="en-US" sz="1050" dirty="0"/>
              <a:t>Wargaming Method and results display</a:t>
            </a:r>
          </a:p>
        </p:txBody>
      </p:sp>
      <p:sp>
        <p:nvSpPr>
          <p:cNvPr id="29" name="TextBox 28">
            <a:extLst>
              <a:ext uri="{FF2B5EF4-FFF2-40B4-BE49-F238E27FC236}">
                <a16:creationId xmlns:a16="http://schemas.microsoft.com/office/drawing/2014/main" id="{5E74D70A-3837-C217-6274-7D61C52A58CB}"/>
              </a:ext>
            </a:extLst>
          </p:cNvPr>
          <p:cNvSpPr txBox="1"/>
          <p:nvPr/>
        </p:nvSpPr>
        <p:spPr>
          <a:xfrm>
            <a:off x="726140" y="0"/>
            <a:ext cx="1517660" cy="369332"/>
          </a:xfrm>
          <a:prstGeom prst="rect">
            <a:avLst/>
          </a:prstGeom>
          <a:noFill/>
        </p:spPr>
        <p:txBody>
          <a:bodyPr wrap="none" rtlCol="0">
            <a:spAutoFit/>
          </a:bodyPr>
          <a:lstStyle/>
          <a:p>
            <a:r>
              <a:rPr lang="en-US" dirty="0"/>
              <a:t>COA Analysis</a:t>
            </a:r>
          </a:p>
        </p:txBody>
      </p:sp>
      <p:sp>
        <p:nvSpPr>
          <p:cNvPr id="2" name="Rectangle 1">
            <a:extLst>
              <a:ext uri="{FF2B5EF4-FFF2-40B4-BE49-F238E27FC236}">
                <a16:creationId xmlns:a16="http://schemas.microsoft.com/office/drawing/2014/main" id="{08DC9806-8569-F722-46B1-BDD4440E5093}"/>
              </a:ext>
            </a:extLst>
          </p:cNvPr>
          <p:cNvSpPr/>
          <p:nvPr/>
        </p:nvSpPr>
        <p:spPr>
          <a:xfrm>
            <a:off x="10210808" y="434016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 name="TextBox 2">
            <a:extLst>
              <a:ext uri="{FF2B5EF4-FFF2-40B4-BE49-F238E27FC236}">
                <a16:creationId xmlns:a16="http://schemas.microsoft.com/office/drawing/2014/main" id="{C886D310-DA77-018C-5613-57EC772EE25D}"/>
              </a:ext>
            </a:extLst>
          </p:cNvPr>
          <p:cNvSpPr txBox="1"/>
          <p:nvPr/>
        </p:nvSpPr>
        <p:spPr>
          <a:xfrm>
            <a:off x="10417946" y="4579307"/>
            <a:ext cx="1658471" cy="415498"/>
          </a:xfrm>
          <a:prstGeom prst="rect">
            <a:avLst/>
          </a:prstGeom>
          <a:noFill/>
        </p:spPr>
        <p:txBody>
          <a:bodyPr wrap="square" rtlCol="0">
            <a:spAutoFit/>
          </a:bodyPr>
          <a:lstStyle/>
          <a:p>
            <a:pPr algn="ctr"/>
            <a:r>
              <a:rPr lang="en-US" sz="1050" dirty="0"/>
              <a:t>Wargaming Assessment and Results</a:t>
            </a:r>
          </a:p>
        </p:txBody>
      </p:sp>
      <p:sp>
        <p:nvSpPr>
          <p:cNvPr id="40" name="Rectangle 39">
            <a:extLst>
              <a:ext uri="{FF2B5EF4-FFF2-40B4-BE49-F238E27FC236}">
                <a16:creationId xmlns:a16="http://schemas.microsoft.com/office/drawing/2014/main" id="{2410C7AD-181E-C789-9D65-E823E327B0C5}"/>
              </a:ext>
            </a:extLst>
          </p:cNvPr>
          <p:cNvSpPr/>
          <p:nvPr/>
        </p:nvSpPr>
        <p:spPr>
          <a:xfrm>
            <a:off x="8287878" y="80771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1" name="TextBox 40">
            <a:extLst>
              <a:ext uri="{FF2B5EF4-FFF2-40B4-BE49-F238E27FC236}">
                <a16:creationId xmlns:a16="http://schemas.microsoft.com/office/drawing/2014/main" id="{7B53192D-4AF8-3891-D34F-DAFACBEAFD13}"/>
              </a:ext>
            </a:extLst>
          </p:cNvPr>
          <p:cNvSpPr txBox="1"/>
          <p:nvPr/>
        </p:nvSpPr>
        <p:spPr>
          <a:xfrm>
            <a:off x="8359595" y="1015462"/>
            <a:ext cx="1658471" cy="415498"/>
          </a:xfrm>
          <a:prstGeom prst="rect">
            <a:avLst/>
          </a:prstGeom>
          <a:solidFill>
            <a:schemeClr val="bg1"/>
          </a:solidFill>
        </p:spPr>
        <p:txBody>
          <a:bodyPr wrap="square" rtlCol="0">
            <a:spAutoFit/>
          </a:bodyPr>
          <a:lstStyle/>
          <a:p>
            <a:pPr algn="ctr"/>
            <a:r>
              <a:rPr lang="en-US" sz="1050" dirty="0"/>
              <a:t>Operation Details</a:t>
            </a:r>
          </a:p>
          <a:p>
            <a:pPr algn="ctr"/>
            <a:r>
              <a:rPr lang="en-US" sz="1050" dirty="0"/>
              <a:t>(Upload and OSINT)</a:t>
            </a:r>
          </a:p>
        </p:txBody>
      </p:sp>
      <p:sp>
        <p:nvSpPr>
          <p:cNvPr id="66" name="Rectangle 65">
            <a:extLst>
              <a:ext uri="{FF2B5EF4-FFF2-40B4-BE49-F238E27FC236}">
                <a16:creationId xmlns:a16="http://schemas.microsoft.com/office/drawing/2014/main" id="{63E91089-B01A-DC81-DFFB-A050C0AA3712}"/>
              </a:ext>
            </a:extLst>
          </p:cNvPr>
          <p:cNvSpPr/>
          <p:nvPr/>
        </p:nvSpPr>
        <p:spPr>
          <a:xfrm>
            <a:off x="4501031" y="174314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7" name="TextBox 66">
            <a:extLst>
              <a:ext uri="{FF2B5EF4-FFF2-40B4-BE49-F238E27FC236}">
                <a16:creationId xmlns:a16="http://schemas.microsoft.com/office/drawing/2014/main" id="{FA1F442B-3B25-4AAA-455A-69F6752D6BDC}"/>
              </a:ext>
            </a:extLst>
          </p:cNvPr>
          <p:cNvSpPr txBox="1"/>
          <p:nvPr/>
        </p:nvSpPr>
        <p:spPr>
          <a:xfrm>
            <a:off x="4572748" y="1810413"/>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70" name="Rectangle 69">
            <a:extLst>
              <a:ext uri="{FF2B5EF4-FFF2-40B4-BE49-F238E27FC236}">
                <a16:creationId xmlns:a16="http://schemas.microsoft.com/office/drawing/2014/main" id="{92250764-FE00-DDCA-F930-83DAFEB0416F}"/>
              </a:ext>
            </a:extLst>
          </p:cNvPr>
          <p:cNvSpPr/>
          <p:nvPr/>
        </p:nvSpPr>
        <p:spPr>
          <a:xfrm>
            <a:off x="6391834" y="172907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1" name="TextBox 70">
            <a:extLst>
              <a:ext uri="{FF2B5EF4-FFF2-40B4-BE49-F238E27FC236}">
                <a16:creationId xmlns:a16="http://schemas.microsoft.com/office/drawing/2014/main" id="{19FB6D22-34B4-AE4C-283A-F2B5C93B7036}"/>
              </a:ext>
            </a:extLst>
          </p:cNvPr>
          <p:cNvSpPr txBox="1"/>
          <p:nvPr/>
        </p:nvSpPr>
        <p:spPr>
          <a:xfrm>
            <a:off x="6463551" y="1924736"/>
            <a:ext cx="1658471" cy="415498"/>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72" name="Rectangle 71">
            <a:extLst>
              <a:ext uri="{FF2B5EF4-FFF2-40B4-BE49-F238E27FC236}">
                <a16:creationId xmlns:a16="http://schemas.microsoft.com/office/drawing/2014/main" id="{6603FD48-B442-C7ED-6E68-1876B7E27618}"/>
              </a:ext>
            </a:extLst>
          </p:cNvPr>
          <p:cNvSpPr/>
          <p:nvPr/>
        </p:nvSpPr>
        <p:spPr>
          <a:xfrm>
            <a:off x="8324483" y="172570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3" name="TextBox 72">
            <a:extLst>
              <a:ext uri="{FF2B5EF4-FFF2-40B4-BE49-F238E27FC236}">
                <a16:creationId xmlns:a16="http://schemas.microsoft.com/office/drawing/2014/main" id="{3A9FCA34-D264-B51D-8C76-EBB84B85502B}"/>
              </a:ext>
            </a:extLst>
          </p:cNvPr>
          <p:cNvSpPr txBox="1"/>
          <p:nvPr/>
        </p:nvSpPr>
        <p:spPr>
          <a:xfrm>
            <a:off x="8362208" y="1800343"/>
            <a:ext cx="1658471" cy="577081"/>
          </a:xfrm>
          <a:prstGeom prst="rect">
            <a:avLst/>
          </a:prstGeom>
          <a:noFill/>
        </p:spPr>
        <p:txBody>
          <a:bodyPr wrap="square" rtlCol="0">
            <a:spAutoFit/>
          </a:bodyPr>
          <a:lstStyle/>
          <a:p>
            <a:pPr algn="ctr"/>
            <a:r>
              <a:rPr lang="en-US" sz="1050" dirty="0"/>
              <a:t>CDR’s Standing Orders and Guidance</a:t>
            </a:r>
          </a:p>
          <a:p>
            <a:pPr algn="ctr"/>
            <a:r>
              <a:rPr lang="en-US" sz="1050" dirty="0"/>
              <a:t>(Uploads)</a:t>
            </a:r>
          </a:p>
        </p:txBody>
      </p:sp>
      <p:sp>
        <p:nvSpPr>
          <p:cNvPr id="91" name="Rectangle 90">
            <a:extLst>
              <a:ext uri="{FF2B5EF4-FFF2-40B4-BE49-F238E27FC236}">
                <a16:creationId xmlns:a16="http://schemas.microsoft.com/office/drawing/2014/main" id="{EE558B45-D544-F7E7-C3AC-06FF1C6CEF59}"/>
              </a:ext>
            </a:extLst>
          </p:cNvPr>
          <p:cNvSpPr/>
          <p:nvPr/>
        </p:nvSpPr>
        <p:spPr>
          <a:xfrm>
            <a:off x="4481115" y="80771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2" name="Rectangle 91">
            <a:extLst>
              <a:ext uri="{FF2B5EF4-FFF2-40B4-BE49-F238E27FC236}">
                <a16:creationId xmlns:a16="http://schemas.microsoft.com/office/drawing/2014/main" id="{5F47C6AF-5F6E-4AEA-3BDB-97FCB4125D85}"/>
              </a:ext>
            </a:extLst>
          </p:cNvPr>
          <p:cNvSpPr/>
          <p:nvPr/>
        </p:nvSpPr>
        <p:spPr>
          <a:xfrm>
            <a:off x="6390735" y="84211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3" name="TextBox 92">
            <a:extLst>
              <a:ext uri="{FF2B5EF4-FFF2-40B4-BE49-F238E27FC236}">
                <a16:creationId xmlns:a16="http://schemas.microsoft.com/office/drawing/2014/main" id="{11ABB086-4C07-D082-5B05-D3AFCABB16DD}"/>
              </a:ext>
            </a:extLst>
          </p:cNvPr>
          <p:cNvSpPr txBox="1"/>
          <p:nvPr/>
        </p:nvSpPr>
        <p:spPr>
          <a:xfrm>
            <a:off x="4552832" y="1021090"/>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98" name="Rectangle 97">
            <a:extLst>
              <a:ext uri="{FF2B5EF4-FFF2-40B4-BE49-F238E27FC236}">
                <a16:creationId xmlns:a16="http://schemas.microsoft.com/office/drawing/2014/main" id="{4AEE4454-6E73-1A3A-46F8-4D243B48B688}"/>
              </a:ext>
            </a:extLst>
          </p:cNvPr>
          <p:cNvSpPr/>
          <p:nvPr/>
        </p:nvSpPr>
        <p:spPr>
          <a:xfrm>
            <a:off x="9135440" y="2622176"/>
            <a:ext cx="99379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9" name="TextBox 98">
            <a:extLst>
              <a:ext uri="{FF2B5EF4-FFF2-40B4-BE49-F238E27FC236}">
                <a16:creationId xmlns:a16="http://schemas.microsoft.com/office/drawing/2014/main" id="{CF0677B3-FA7B-1FF7-2530-737E7114A599}"/>
              </a:ext>
            </a:extLst>
          </p:cNvPr>
          <p:cNvSpPr txBox="1"/>
          <p:nvPr/>
        </p:nvSpPr>
        <p:spPr>
          <a:xfrm>
            <a:off x="9016581" y="2750588"/>
            <a:ext cx="1144739" cy="577081"/>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100" name="Rectangle 99">
            <a:extLst>
              <a:ext uri="{FF2B5EF4-FFF2-40B4-BE49-F238E27FC236}">
                <a16:creationId xmlns:a16="http://schemas.microsoft.com/office/drawing/2014/main" id="{5935438A-9A72-2217-9F1B-1A2A757CADFB}"/>
              </a:ext>
            </a:extLst>
          </p:cNvPr>
          <p:cNvSpPr/>
          <p:nvPr/>
        </p:nvSpPr>
        <p:spPr>
          <a:xfrm>
            <a:off x="7604376" y="2603168"/>
            <a:ext cx="123198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1" name="TextBox 100">
            <a:extLst>
              <a:ext uri="{FF2B5EF4-FFF2-40B4-BE49-F238E27FC236}">
                <a16:creationId xmlns:a16="http://schemas.microsoft.com/office/drawing/2014/main" id="{2C94741A-B63D-85D8-EB6A-8ABB98C6222B}"/>
              </a:ext>
            </a:extLst>
          </p:cNvPr>
          <p:cNvSpPr txBox="1"/>
          <p:nvPr/>
        </p:nvSpPr>
        <p:spPr>
          <a:xfrm>
            <a:off x="7748713" y="2871753"/>
            <a:ext cx="1133917" cy="415498"/>
          </a:xfrm>
          <a:prstGeom prst="rect">
            <a:avLst/>
          </a:prstGeom>
          <a:noFill/>
        </p:spPr>
        <p:txBody>
          <a:bodyPr wrap="square" rtlCol="0">
            <a:spAutoFit/>
          </a:bodyPr>
          <a:lstStyle/>
          <a:p>
            <a:pPr algn="ctr"/>
            <a:r>
              <a:rPr lang="en-US" sz="1050" dirty="0"/>
              <a:t>Identified Tasks</a:t>
            </a:r>
          </a:p>
          <a:p>
            <a:pPr algn="ctr"/>
            <a:r>
              <a:rPr lang="en-US" sz="1050" dirty="0"/>
              <a:t>(Generated)</a:t>
            </a:r>
          </a:p>
        </p:txBody>
      </p:sp>
      <p:sp>
        <p:nvSpPr>
          <p:cNvPr id="94" name="TextBox 93">
            <a:extLst>
              <a:ext uri="{FF2B5EF4-FFF2-40B4-BE49-F238E27FC236}">
                <a16:creationId xmlns:a16="http://schemas.microsoft.com/office/drawing/2014/main" id="{DF302231-26C3-FF88-13B7-20C1FDA06C91}"/>
              </a:ext>
            </a:extLst>
          </p:cNvPr>
          <p:cNvSpPr txBox="1"/>
          <p:nvPr/>
        </p:nvSpPr>
        <p:spPr>
          <a:xfrm>
            <a:off x="6386954" y="992851"/>
            <a:ext cx="1658471" cy="577081"/>
          </a:xfrm>
          <a:prstGeom prst="rect">
            <a:avLst/>
          </a:prstGeom>
          <a:noFill/>
        </p:spPr>
        <p:txBody>
          <a:bodyPr wrap="square" rtlCol="0">
            <a:spAutoFit/>
          </a:bodyPr>
          <a:lstStyle/>
          <a:p>
            <a:pPr algn="ctr"/>
            <a:r>
              <a:rPr lang="en-US" sz="1050" dirty="0"/>
              <a:t>Correlation of Forces and Means</a:t>
            </a:r>
          </a:p>
          <a:p>
            <a:pPr algn="ctr"/>
            <a:r>
              <a:rPr lang="en-US" sz="1050" dirty="0"/>
              <a:t>(Generated)</a:t>
            </a:r>
          </a:p>
        </p:txBody>
      </p:sp>
      <p:sp>
        <p:nvSpPr>
          <p:cNvPr id="106" name="Rectangle 105">
            <a:extLst>
              <a:ext uri="{FF2B5EF4-FFF2-40B4-BE49-F238E27FC236}">
                <a16:creationId xmlns:a16="http://schemas.microsoft.com/office/drawing/2014/main" id="{66DDFD5F-7839-5270-4735-7DA5E67D5890}"/>
              </a:ext>
            </a:extLst>
          </p:cNvPr>
          <p:cNvSpPr/>
          <p:nvPr/>
        </p:nvSpPr>
        <p:spPr>
          <a:xfrm>
            <a:off x="8895239" y="3454333"/>
            <a:ext cx="123114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7" name="TextBox 106">
            <a:extLst>
              <a:ext uri="{FF2B5EF4-FFF2-40B4-BE49-F238E27FC236}">
                <a16:creationId xmlns:a16="http://schemas.microsoft.com/office/drawing/2014/main" id="{9266F2F2-26F3-A3DB-35F4-EE9316E016A1}"/>
              </a:ext>
            </a:extLst>
          </p:cNvPr>
          <p:cNvSpPr txBox="1"/>
          <p:nvPr/>
        </p:nvSpPr>
        <p:spPr>
          <a:xfrm>
            <a:off x="8840578" y="3597721"/>
            <a:ext cx="1658471" cy="415498"/>
          </a:xfrm>
          <a:prstGeom prst="rect">
            <a:avLst/>
          </a:prstGeom>
          <a:noFill/>
        </p:spPr>
        <p:txBody>
          <a:bodyPr wrap="square" rtlCol="0">
            <a:spAutoFit/>
          </a:bodyPr>
          <a:lstStyle/>
          <a:p>
            <a:pPr algn="ctr"/>
            <a:r>
              <a:rPr lang="en-US" sz="1050" dirty="0"/>
              <a:t>Options</a:t>
            </a:r>
          </a:p>
          <a:p>
            <a:pPr algn="ctr"/>
            <a:r>
              <a:rPr lang="en-US" sz="1050" dirty="0"/>
              <a:t>(Generated)</a:t>
            </a:r>
          </a:p>
        </p:txBody>
      </p:sp>
      <p:sp>
        <p:nvSpPr>
          <p:cNvPr id="108" name="Rectangle 107">
            <a:extLst>
              <a:ext uri="{FF2B5EF4-FFF2-40B4-BE49-F238E27FC236}">
                <a16:creationId xmlns:a16="http://schemas.microsoft.com/office/drawing/2014/main" id="{77A00001-10E7-4BA0-0598-885F7F54B9CB}"/>
              </a:ext>
            </a:extLst>
          </p:cNvPr>
          <p:cNvSpPr/>
          <p:nvPr/>
        </p:nvSpPr>
        <p:spPr>
          <a:xfrm>
            <a:off x="7523708" y="3466203"/>
            <a:ext cx="122076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9" name="TextBox 108">
            <a:extLst>
              <a:ext uri="{FF2B5EF4-FFF2-40B4-BE49-F238E27FC236}">
                <a16:creationId xmlns:a16="http://schemas.microsoft.com/office/drawing/2014/main" id="{BF8EF243-EA4E-A24C-6408-B4DDED41412D}"/>
              </a:ext>
            </a:extLst>
          </p:cNvPr>
          <p:cNvSpPr txBox="1"/>
          <p:nvPr/>
        </p:nvSpPr>
        <p:spPr>
          <a:xfrm>
            <a:off x="7518080" y="3677574"/>
            <a:ext cx="1125801" cy="577081"/>
          </a:xfrm>
          <a:prstGeom prst="rect">
            <a:avLst/>
          </a:prstGeom>
          <a:noFill/>
        </p:spPr>
        <p:txBody>
          <a:bodyPr wrap="square" rtlCol="0">
            <a:spAutoFit/>
          </a:bodyPr>
          <a:lstStyle/>
          <a:p>
            <a:pPr algn="ctr"/>
            <a:r>
              <a:rPr lang="en-US" sz="1050" dirty="0"/>
              <a:t>Assess Relative Combat Power</a:t>
            </a:r>
          </a:p>
          <a:p>
            <a:pPr algn="ctr"/>
            <a:endParaRPr lang="en-US" sz="1050" dirty="0"/>
          </a:p>
        </p:txBody>
      </p:sp>
      <p:sp>
        <p:nvSpPr>
          <p:cNvPr id="110" name="Rectangle 109">
            <a:extLst>
              <a:ext uri="{FF2B5EF4-FFF2-40B4-BE49-F238E27FC236}">
                <a16:creationId xmlns:a16="http://schemas.microsoft.com/office/drawing/2014/main" id="{58167C00-32C4-9C06-6575-630AE51C55A3}"/>
              </a:ext>
            </a:extLst>
          </p:cNvPr>
          <p:cNvSpPr/>
          <p:nvPr/>
        </p:nvSpPr>
        <p:spPr>
          <a:xfrm>
            <a:off x="6362881" y="3572736"/>
            <a:ext cx="1038164"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1" name="TextBox 110">
            <a:extLst>
              <a:ext uri="{FF2B5EF4-FFF2-40B4-BE49-F238E27FC236}">
                <a16:creationId xmlns:a16="http://schemas.microsoft.com/office/drawing/2014/main" id="{813A547B-6418-55AF-AFEE-46498490A104}"/>
              </a:ext>
            </a:extLst>
          </p:cNvPr>
          <p:cNvSpPr txBox="1"/>
          <p:nvPr/>
        </p:nvSpPr>
        <p:spPr>
          <a:xfrm>
            <a:off x="6404201" y="3603173"/>
            <a:ext cx="955524" cy="738664"/>
          </a:xfrm>
          <a:prstGeom prst="rect">
            <a:avLst/>
          </a:prstGeom>
          <a:solidFill>
            <a:schemeClr val="bg1"/>
          </a:solidFill>
        </p:spPr>
        <p:txBody>
          <a:bodyPr wrap="square" rtlCol="0">
            <a:spAutoFit/>
          </a:bodyPr>
          <a:lstStyle/>
          <a:p>
            <a:pPr algn="ctr"/>
            <a:r>
              <a:rPr lang="en-US" sz="1050" dirty="0"/>
              <a:t>Array of Initial Forces</a:t>
            </a:r>
          </a:p>
          <a:p>
            <a:pPr algn="ctr"/>
            <a:r>
              <a:rPr lang="en-US" sz="1050" dirty="0"/>
              <a:t>Upload and Generated)</a:t>
            </a:r>
          </a:p>
        </p:txBody>
      </p:sp>
      <p:sp>
        <p:nvSpPr>
          <p:cNvPr id="114" name="Rectangle 113">
            <a:extLst>
              <a:ext uri="{FF2B5EF4-FFF2-40B4-BE49-F238E27FC236}">
                <a16:creationId xmlns:a16="http://schemas.microsoft.com/office/drawing/2014/main" id="{051833B4-FDBC-2BD6-9F42-A66911032CB6}"/>
              </a:ext>
            </a:extLst>
          </p:cNvPr>
          <p:cNvSpPr/>
          <p:nvPr/>
        </p:nvSpPr>
        <p:spPr>
          <a:xfrm>
            <a:off x="8317947" y="433848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5" name="TextBox 114">
            <a:extLst>
              <a:ext uri="{FF2B5EF4-FFF2-40B4-BE49-F238E27FC236}">
                <a16:creationId xmlns:a16="http://schemas.microsoft.com/office/drawing/2014/main" id="{1B003CF5-74A4-0795-6810-B935C189B7E4}"/>
              </a:ext>
            </a:extLst>
          </p:cNvPr>
          <p:cNvSpPr txBox="1"/>
          <p:nvPr/>
        </p:nvSpPr>
        <p:spPr>
          <a:xfrm>
            <a:off x="8389663" y="4499854"/>
            <a:ext cx="1658471" cy="577081"/>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a:p>
            <a:pPr algn="ctr"/>
            <a:endParaRPr lang="en-US" sz="1050" dirty="0"/>
          </a:p>
        </p:txBody>
      </p:sp>
      <p:sp>
        <p:nvSpPr>
          <p:cNvPr id="126" name="Rectangle 125">
            <a:extLst>
              <a:ext uri="{FF2B5EF4-FFF2-40B4-BE49-F238E27FC236}">
                <a16:creationId xmlns:a16="http://schemas.microsoft.com/office/drawing/2014/main" id="{9C098FF5-0DE9-7511-1D82-B072B4CD5E63}"/>
              </a:ext>
            </a:extLst>
          </p:cNvPr>
          <p:cNvSpPr/>
          <p:nvPr/>
        </p:nvSpPr>
        <p:spPr>
          <a:xfrm>
            <a:off x="2610505" y="1764686"/>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7" name="TextBox 126">
            <a:extLst>
              <a:ext uri="{FF2B5EF4-FFF2-40B4-BE49-F238E27FC236}">
                <a16:creationId xmlns:a16="http://schemas.microsoft.com/office/drawing/2014/main" id="{7E8F8125-33CC-B7CD-3658-F5748FFAE340}"/>
              </a:ext>
            </a:extLst>
          </p:cNvPr>
          <p:cNvSpPr txBox="1"/>
          <p:nvPr/>
        </p:nvSpPr>
        <p:spPr>
          <a:xfrm>
            <a:off x="2718078" y="1967996"/>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30" name="Rectangle 129">
            <a:extLst>
              <a:ext uri="{FF2B5EF4-FFF2-40B4-BE49-F238E27FC236}">
                <a16:creationId xmlns:a16="http://schemas.microsoft.com/office/drawing/2014/main" id="{DB8A0B5A-FCC5-33D3-00B6-644B77093C11}"/>
              </a:ext>
            </a:extLst>
          </p:cNvPr>
          <p:cNvSpPr/>
          <p:nvPr/>
        </p:nvSpPr>
        <p:spPr>
          <a:xfrm>
            <a:off x="5077572" y="3595572"/>
            <a:ext cx="1197280"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1" name="TextBox 130">
            <a:extLst>
              <a:ext uri="{FF2B5EF4-FFF2-40B4-BE49-F238E27FC236}">
                <a16:creationId xmlns:a16="http://schemas.microsoft.com/office/drawing/2014/main" id="{B942A4D8-7C1E-F2EA-7144-9D04033AA95A}"/>
              </a:ext>
            </a:extLst>
          </p:cNvPr>
          <p:cNvSpPr txBox="1"/>
          <p:nvPr/>
        </p:nvSpPr>
        <p:spPr>
          <a:xfrm>
            <a:off x="5066739" y="3610996"/>
            <a:ext cx="1157650" cy="738664"/>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B3DE3310-D8B0-F077-37EE-E5D8F29D0D95}"/>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24A59839-E41D-D9E4-CDF9-ACA36DFE497B}"/>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Analysis Steps</a:t>
            </a:r>
          </a:p>
        </p:txBody>
      </p:sp>
      <p:sp>
        <p:nvSpPr>
          <p:cNvPr id="8" name="Rectangle 7">
            <a:extLst>
              <a:ext uri="{FF2B5EF4-FFF2-40B4-BE49-F238E27FC236}">
                <a16:creationId xmlns:a16="http://schemas.microsoft.com/office/drawing/2014/main" id="{4ED031D2-8A3C-0638-4022-95364B5688BB}"/>
              </a:ext>
            </a:extLst>
          </p:cNvPr>
          <p:cNvSpPr/>
          <p:nvPr/>
        </p:nvSpPr>
        <p:spPr>
          <a:xfrm>
            <a:off x="2558185" y="80220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 name="TextBox 8">
            <a:extLst>
              <a:ext uri="{FF2B5EF4-FFF2-40B4-BE49-F238E27FC236}">
                <a16:creationId xmlns:a16="http://schemas.microsoft.com/office/drawing/2014/main" id="{C2A2D9D2-0AB3-6477-4AD4-DE5BD52853E0}"/>
              </a:ext>
            </a:extLst>
          </p:cNvPr>
          <p:cNvSpPr txBox="1"/>
          <p:nvPr/>
        </p:nvSpPr>
        <p:spPr>
          <a:xfrm>
            <a:off x="2701620" y="1078656"/>
            <a:ext cx="1658471" cy="415498"/>
          </a:xfrm>
          <a:prstGeom prst="rect">
            <a:avLst/>
          </a:prstGeom>
          <a:solidFill>
            <a:schemeClr val="bg1"/>
          </a:solidFill>
        </p:spPr>
        <p:txBody>
          <a:bodyPr wrap="square" rtlCol="0">
            <a:spAutoFit/>
          </a:bodyPr>
          <a:lstStyle/>
          <a:p>
            <a:pPr algn="ctr"/>
            <a:r>
              <a:rPr lang="en-US" sz="1050" dirty="0"/>
              <a:t>Array of Initial Forces</a:t>
            </a:r>
          </a:p>
          <a:p>
            <a:pPr algn="ctr"/>
            <a:r>
              <a:rPr lang="en-US" sz="1050" dirty="0"/>
              <a:t>(Generated)</a:t>
            </a:r>
          </a:p>
        </p:txBody>
      </p:sp>
      <p:sp>
        <p:nvSpPr>
          <p:cNvPr id="13" name="Rectangle 12">
            <a:extLst>
              <a:ext uri="{FF2B5EF4-FFF2-40B4-BE49-F238E27FC236}">
                <a16:creationId xmlns:a16="http://schemas.microsoft.com/office/drawing/2014/main" id="{BE13B525-3CAF-180A-FAB7-A554A7962C42}"/>
              </a:ext>
            </a:extLst>
          </p:cNvPr>
          <p:cNvSpPr/>
          <p:nvPr/>
        </p:nvSpPr>
        <p:spPr>
          <a:xfrm>
            <a:off x="1387309" y="1768032"/>
            <a:ext cx="117360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 name="TextBox 13">
            <a:extLst>
              <a:ext uri="{FF2B5EF4-FFF2-40B4-BE49-F238E27FC236}">
                <a16:creationId xmlns:a16="http://schemas.microsoft.com/office/drawing/2014/main" id="{0F425472-83B5-0D43-06D6-3FB86E1C8CDD}"/>
              </a:ext>
            </a:extLst>
          </p:cNvPr>
          <p:cNvSpPr txBox="1"/>
          <p:nvPr/>
        </p:nvSpPr>
        <p:spPr>
          <a:xfrm>
            <a:off x="1108193" y="1944602"/>
            <a:ext cx="1658471" cy="415498"/>
          </a:xfrm>
          <a:prstGeom prst="rect">
            <a:avLst/>
          </a:prstGeom>
          <a:noFill/>
        </p:spPr>
        <p:txBody>
          <a:bodyPr wrap="square" rtlCol="0">
            <a:spAutoFit/>
          </a:bodyPr>
          <a:lstStyle/>
          <a:p>
            <a:pPr algn="ctr"/>
            <a:r>
              <a:rPr lang="en-US" sz="1050" dirty="0"/>
              <a:t>Options</a:t>
            </a:r>
          </a:p>
          <a:p>
            <a:pPr algn="ctr"/>
            <a:r>
              <a:rPr lang="en-US" sz="1050" dirty="0"/>
              <a:t>(Generated)</a:t>
            </a:r>
          </a:p>
        </p:txBody>
      </p:sp>
      <p:sp>
        <p:nvSpPr>
          <p:cNvPr id="15" name="Rectangle 14">
            <a:extLst>
              <a:ext uri="{FF2B5EF4-FFF2-40B4-BE49-F238E27FC236}">
                <a16:creationId xmlns:a16="http://schemas.microsoft.com/office/drawing/2014/main" id="{7A4FAB47-9ADE-D236-68EC-1665E86E8BB7}"/>
              </a:ext>
            </a:extLst>
          </p:cNvPr>
          <p:cNvSpPr/>
          <p:nvPr/>
        </p:nvSpPr>
        <p:spPr>
          <a:xfrm>
            <a:off x="132578" y="1744989"/>
            <a:ext cx="117360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6" name="TextBox 15">
            <a:extLst>
              <a:ext uri="{FF2B5EF4-FFF2-40B4-BE49-F238E27FC236}">
                <a16:creationId xmlns:a16="http://schemas.microsoft.com/office/drawing/2014/main" id="{2AE5D405-81D4-3387-7D3A-C7B46A4CB6F1}"/>
              </a:ext>
            </a:extLst>
          </p:cNvPr>
          <p:cNvSpPr txBox="1"/>
          <p:nvPr/>
        </p:nvSpPr>
        <p:spPr>
          <a:xfrm>
            <a:off x="226000" y="1984132"/>
            <a:ext cx="1080182" cy="415498"/>
          </a:xfrm>
          <a:prstGeom prst="rect">
            <a:avLst/>
          </a:prstGeom>
          <a:noFill/>
        </p:spPr>
        <p:txBody>
          <a:bodyPr wrap="square" rtlCol="0">
            <a:spAutoFit/>
          </a:bodyPr>
          <a:lstStyle/>
          <a:p>
            <a:pPr algn="ctr"/>
            <a:r>
              <a:rPr lang="en-US" sz="1050" dirty="0"/>
              <a:t>Broad Concept</a:t>
            </a:r>
          </a:p>
          <a:p>
            <a:pPr algn="ctr"/>
            <a:r>
              <a:rPr lang="en-US" sz="1050" dirty="0"/>
              <a:t>(Generated)</a:t>
            </a:r>
          </a:p>
        </p:txBody>
      </p:sp>
      <p:sp>
        <p:nvSpPr>
          <p:cNvPr id="17" name="Rectangle 16">
            <a:extLst>
              <a:ext uri="{FF2B5EF4-FFF2-40B4-BE49-F238E27FC236}">
                <a16:creationId xmlns:a16="http://schemas.microsoft.com/office/drawing/2014/main" id="{8941FEC0-68EA-90D8-3624-220FE576EF30}"/>
              </a:ext>
            </a:extLst>
          </p:cNvPr>
          <p:cNvSpPr/>
          <p:nvPr/>
        </p:nvSpPr>
        <p:spPr>
          <a:xfrm>
            <a:off x="5667411" y="263792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2" name="TextBox 21">
            <a:extLst>
              <a:ext uri="{FF2B5EF4-FFF2-40B4-BE49-F238E27FC236}">
                <a16:creationId xmlns:a16="http://schemas.microsoft.com/office/drawing/2014/main" id="{58C05111-2DEF-A1BA-C6CF-35735E84480A}"/>
              </a:ext>
            </a:extLst>
          </p:cNvPr>
          <p:cNvSpPr txBox="1"/>
          <p:nvPr/>
        </p:nvSpPr>
        <p:spPr>
          <a:xfrm>
            <a:off x="5739128" y="2705195"/>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23" name="Rectangle 22">
            <a:extLst>
              <a:ext uri="{FF2B5EF4-FFF2-40B4-BE49-F238E27FC236}">
                <a16:creationId xmlns:a16="http://schemas.microsoft.com/office/drawing/2014/main" id="{CC8642F9-AB5C-ED5B-2198-4D0FB44D1D34}"/>
              </a:ext>
            </a:extLst>
          </p:cNvPr>
          <p:cNvSpPr/>
          <p:nvPr/>
        </p:nvSpPr>
        <p:spPr>
          <a:xfrm>
            <a:off x="4300383" y="2641906"/>
            <a:ext cx="129555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 name="TextBox 23">
            <a:extLst>
              <a:ext uri="{FF2B5EF4-FFF2-40B4-BE49-F238E27FC236}">
                <a16:creationId xmlns:a16="http://schemas.microsoft.com/office/drawing/2014/main" id="{5E10A33A-E573-486D-E650-FC78022FAA34}"/>
              </a:ext>
            </a:extLst>
          </p:cNvPr>
          <p:cNvSpPr txBox="1"/>
          <p:nvPr/>
        </p:nvSpPr>
        <p:spPr>
          <a:xfrm>
            <a:off x="4135939" y="2727170"/>
            <a:ext cx="1495069" cy="738664"/>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25" name="Rectangle 24">
            <a:extLst>
              <a:ext uri="{FF2B5EF4-FFF2-40B4-BE49-F238E27FC236}">
                <a16:creationId xmlns:a16="http://schemas.microsoft.com/office/drawing/2014/main" id="{F6CB24E0-BFF5-9B4C-EAB5-B05A0CBD672F}"/>
              </a:ext>
            </a:extLst>
          </p:cNvPr>
          <p:cNvSpPr/>
          <p:nvPr/>
        </p:nvSpPr>
        <p:spPr>
          <a:xfrm>
            <a:off x="2972000" y="2634358"/>
            <a:ext cx="117585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6" name="TextBox 25">
            <a:extLst>
              <a:ext uri="{FF2B5EF4-FFF2-40B4-BE49-F238E27FC236}">
                <a16:creationId xmlns:a16="http://schemas.microsoft.com/office/drawing/2014/main" id="{9532937F-85CA-8496-5499-2C02957FF8A9}"/>
              </a:ext>
            </a:extLst>
          </p:cNvPr>
          <p:cNvSpPr txBox="1"/>
          <p:nvPr/>
        </p:nvSpPr>
        <p:spPr>
          <a:xfrm>
            <a:off x="2955313" y="2724415"/>
            <a:ext cx="1247573" cy="577081"/>
          </a:xfrm>
          <a:prstGeom prst="rect">
            <a:avLst/>
          </a:prstGeom>
          <a:noFill/>
        </p:spPr>
        <p:txBody>
          <a:bodyPr wrap="square" rtlCol="0">
            <a:spAutoFit/>
          </a:bodyPr>
          <a:lstStyle/>
          <a:p>
            <a:pPr algn="ctr"/>
            <a:r>
              <a:rPr lang="en-US" sz="1050" dirty="0"/>
              <a:t>Operation Details</a:t>
            </a:r>
          </a:p>
          <a:p>
            <a:pPr algn="ctr"/>
            <a:r>
              <a:rPr lang="en-US" sz="1050" dirty="0"/>
              <a:t>(Upload and OSINT)</a:t>
            </a:r>
          </a:p>
        </p:txBody>
      </p:sp>
      <p:sp>
        <p:nvSpPr>
          <p:cNvPr id="27" name="Rectangle 26">
            <a:extLst>
              <a:ext uri="{FF2B5EF4-FFF2-40B4-BE49-F238E27FC236}">
                <a16:creationId xmlns:a16="http://schemas.microsoft.com/office/drawing/2014/main" id="{FE64D81C-A443-3AAE-75D3-F8599458339C}"/>
              </a:ext>
            </a:extLst>
          </p:cNvPr>
          <p:cNvSpPr/>
          <p:nvPr/>
        </p:nvSpPr>
        <p:spPr>
          <a:xfrm>
            <a:off x="1848759" y="2644376"/>
            <a:ext cx="101765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8" name="TextBox 27">
            <a:extLst>
              <a:ext uri="{FF2B5EF4-FFF2-40B4-BE49-F238E27FC236}">
                <a16:creationId xmlns:a16="http://schemas.microsoft.com/office/drawing/2014/main" id="{DD9DB753-7025-775B-217F-DF5DE99C620F}"/>
              </a:ext>
            </a:extLst>
          </p:cNvPr>
          <p:cNvSpPr txBox="1"/>
          <p:nvPr/>
        </p:nvSpPr>
        <p:spPr>
          <a:xfrm>
            <a:off x="1858049" y="2805742"/>
            <a:ext cx="936651" cy="415498"/>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p:txBody>
      </p:sp>
      <p:sp>
        <p:nvSpPr>
          <p:cNvPr id="30" name="Rectangle 29">
            <a:extLst>
              <a:ext uri="{FF2B5EF4-FFF2-40B4-BE49-F238E27FC236}">
                <a16:creationId xmlns:a16="http://schemas.microsoft.com/office/drawing/2014/main" id="{C50A523A-BD57-5675-3766-CF91AD929DB2}"/>
              </a:ext>
            </a:extLst>
          </p:cNvPr>
          <p:cNvSpPr/>
          <p:nvPr/>
        </p:nvSpPr>
        <p:spPr>
          <a:xfrm>
            <a:off x="3957284" y="3603911"/>
            <a:ext cx="97452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1" name="TextBox 30">
            <a:extLst>
              <a:ext uri="{FF2B5EF4-FFF2-40B4-BE49-F238E27FC236}">
                <a16:creationId xmlns:a16="http://schemas.microsoft.com/office/drawing/2014/main" id="{C496AC27-E64B-615B-33EB-407903666FBE}"/>
              </a:ext>
            </a:extLst>
          </p:cNvPr>
          <p:cNvSpPr txBox="1"/>
          <p:nvPr/>
        </p:nvSpPr>
        <p:spPr>
          <a:xfrm>
            <a:off x="3986771" y="3690191"/>
            <a:ext cx="896948" cy="577081"/>
          </a:xfrm>
          <a:prstGeom prst="rect">
            <a:avLst/>
          </a:prstGeom>
          <a:noFill/>
        </p:spPr>
        <p:txBody>
          <a:bodyPr wrap="square" rtlCol="0">
            <a:spAutoFit/>
          </a:bodyPr>
          <a:lstStyle/>
          <a:p>
            <a:pPr algn="ctr"/>
            <a:r>
              <a:rPr lang="en-US" sz="1050" dirty="0"/>
              <a:t>Broad Concept</a:t>
            </a:r>
          </a:p>
          <a:p>
            <a:pPr algn="ctr"/>
            <a:r>
              <a:rPr lang="en-US" sz="1050" dirty="0"/>
              <a:t>(Generated)</a:t>
            </a:r>
          </a:p>
        </p:txBody>
      </p:sp>
      <p:sp>
        <p:nvSpPr>
          <p:cNvPr id="33" name="Rectangle 32">
            <a:extLst>
              <a:ext uri="{FF2B5EF4-FFF2-40B4-BE49-F238E27FC236}">
                <a16:creationId xmlns:a16="http://schemas.microsoft.com/office/drawing/2014/main" id="{CFA48EED-F3CB-8D7D-676C-EDBBB44E7BB7}"/>
              </a:ext>
            </a:extLst>
          </p:cNvPr>
          <p:cNvSpPr/>
          <p:nvPr/>
        </p:nvSpPr>
        <p:spPr>
          <a:xfrm>
            <a:off x="2781479" y="3572736"/>
            <a:ext cx="107269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4" name="TextBox 33">
            <a:extLst>
              <a:ext uri="{FF2B5EF4-FFF2-40B4-BE49-F238E27FC236}">
                <a16:creationId xmlns:a16="http://schemas.microsoft.com/office/drawing/2014/main" id="{26B7958F-2D22-0A22-D1B2-CBE5067533C9}"/>
              </a:ext>
            </a:extLst>
          </p:cNvPr>
          <p:cNvSpPr txBox="1"/>
          <p:nvPr/>
        </p:nvSpPr>
        <p:spPr>
          <a:xfrm>
            <a:off x="2822077" y="3632247"/>
            <a:ext cx="987310" cy="738664"/>
          </a:xfrm>
          <a:prstGeom prst="rect">
            <a:avLst/>
          </a:prstGeom>
          <a:noFill/>
        </p:spPr>
        <p:txBody>
          <a:bodyPr wrap="square" rtlCol="0">
            <a:spAutoFit/>
          </a:bodyPr>
          <a:lstStyle/>
          <a:p>
            <a:pPr algn="ctr"/>
            <a:r>
              <a:rPr lang="en-US" sz="1050" dirty="0"/>
              <a:t>Correlation of Forces and Means</a:t>
            </a:r>
          </a:p>
          <a:p>
            <a:pPr algn="ctr"/>
            <a:r>
              <a:rPr lang="en-US" sz="1050" dirty="0"/>
              <a:t>(Generated)</a:t>
            </a:r>
          </a:p>
        </p:txBody>
      </p:sp>
      <p:sp>
        <p:nvSpPr>
          <p:cNvPr id="35" name="Rectangle 34">
            <a:extLst>
              <a:ext uri="{FF2B5EF4-FFF2-40B4-BE49-F238E27FC236}">
                <a16:creationId xmlns:a16="http://schemas.microsoft.com/office/drawing/2014/main" id="{86B874DF-02EB-8924-7A6D-F630CC61B419}"/>
              </a:ext>
            </a:extLst>
          </p:cNvPr>
          <p:cNvSpPr/>
          <p:nvPr/>
        </p:nvSpPr>
        <p:spPr>
          <a:xfrm>
            <a:off x="1646909" y="3615699"/>
            <a:ext cx="99379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6" name="TextBox 35">
            <a:extLst>
              <a:ext uri="{FF2B5EF4-FFF2-40B4-BE49-F238E27FC236}">
                <a16:creationId xmlns:a16="http://schemas.microsoft.com/office/drawing/2014/main" id="{D0EC7C40-872C-BFF2-839F-61A50953B513}"/>
              </a:ext>
            </a:extLst>
          </p:cNvPr>
          <p:cNvSpPr txBox="1"/>
          <p:nvPr/>
        </p:nvSpPr>
        <p:spPr>
          <a:xfrm>
            <a:off x="1528050" y="3744111"/>
            <a:ext cx="1144739" cy="577081"/>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37" name="Rectangle 36">
            <a:extLst>
              <a:ext uri="{FF2B5EF4-FFF2-40B4-BE49-F238E27FC236}">
                <a16:creationId xmlns:a16="http://schemas.microsoft.com/office/drawing/2014/main" id="{81C437E0-6013-5B15-3456-9DC1B806F959}"/>
              </a:ext>
            </a:extLst>
          </p:cNvPr>
          <p:cNvSpPr/>
          <p:nvPr/>
        </p:nvSpPr>
        <p:spPr>
          <a:xfrm>
            <a:off x="152062" y="3596691"/>
            <a:ext cx="123198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6" name="TextBox 45">
            <a:extLst>
              <a:ext uri="{FF2B5EF4-FFF2-40B4-BE49-F238E27FC236}">
                <a16:creationId xmlns:a16="http://schemas.microsoft.com/office/drawing/2014/main" id="{91841989-226C-0D70-8F4F-A3B09A6372A1}"/>
              </a:ext>
            </a:extLst>
          </p:cNvPr>
          <p:cNvSpPr txBox="1"/>
          <p:nvPr/>
        </p:nvSpPr>
        <p:spPr>
          <a:xfrm>
            <a:off x="296399" y="3865276"/>
            <a:ext cx="1133917" cy="415498"/>
          </a:xfrm>
          <a:prstGeom prst="rect">
            <a:avLst/>
          </a:prstGeom>
          <a:noFill/>
        </p:spPr>
        <p:txBody>
          <a:bodyPr wrap="square" rtlCol="0">
            <a:spAutoFit/>
          </a:bodyPr>
          <a:lstStyle/>
          <a:p>
            <a:pPr algn="ctr"/>
            <a:r>
              <a:rPr lang="en-US" sz="1050" dirty="0"/>
              <a:t>Identified Tasks</a:t>
            </a:r>
          </a:p>
          <a:p>
            <a:pPr algn="ctr"/>
            <a:r>
              <a:rPr lang="en-US" sz="1050" dirty="0"/>
              <a:t>(Generated)</a:t>
            </a:r>
          </a:p>
        </p:txBody>
      </p:sp>
      <p:sp>
        <p:nvSpPr>
          <p:cNvPr id="48" name="Rectangle 47">
            <a:extLst>
              <a:ext uri="{FF2B5EF4-FFF2-40B4-BE49-F238E27FC236}">
                <a16:creationId xmlns:a16="http://schemas.microsoft.com/office/drawing/2014/main" id="{8DBC0414-43C0-DD6D-E782-325178FBF69C}"/>
              </a:ext>
            </a:extLst>
          </p:cNvPr>
          <p:cNvSpPr/>
          <p:nvPr/>
        </p:nvSpPr>
        <p:spPr>
          <a:xfrm>
            <a:off x="6362881" y="439043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9" name="TextBox 48">
            <a:extLst>
              <a:ext uri="{FF2B5EF4-FFF2-40B4-BE49-F238E27FC236}">
                <a16:creationId xmlns:a16="http://schemas.microsoft.com/office/drawing/2014/main" id="{D0C7A40B-F120-A18E-D250-BF318A3F0DA6}"/>
              </a:ext>
            </a:extLst>
          </p:cNvPr>
          <p:cNvSpPr txBox="1"/>
          <p:nvPr/>
        </p:nvSpPr>
        <p:spPr>
          <a:xfrm>
            <a:off x="6570019" y="4629575"/>
            <a:ext cx="1658471" cy="415498"/>
          </a:xfrm>
          <a:prstGeom prst="rect">
            <a:avLst/>
          </a:prstGeom>
          <a:noFill/>
        </p:spPr>
        <p:txBody>
          <a:bodyPr wrap="square" rtlCol="0">
            <a:spAutoFit/>
          </a:bodyPr>
          <a:lstStyle/>
          <a:p>
            <a:pPr algn="ctr"/>
            <a:r>
              <a:rPr lang="en-US" sz="1050" dirty="0"/>
              <a:t>Wargaming Method and results display</a:t>
            </a:r>
          </a:p>
        </p:txBody>
      </p:sp>
    </p:spTree>
    <p:extLst>
      <p:ext uri="{BB962C8B-B14F-4D97-AF65-F5344CB8AC3E}">
        <p14:creationId xmlns:p14="http://schemas.microsoft.com/office/powerpoint/2010/main" val="3698682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2DC3-43DE-688A-B9AE-51FC24CAFB0A}"/>
            </a:ext>
          </a:extLst>
        </p:cNvPr>
        <p:cNvGrpSpPr/>
        <p:nvPr/>
      </p:nvGrpSpPr>
      <p:grpSpPr>
        <a:xfrm>
          <a:off x="0" y="0"/>
          <a:ext cx="0" cy="0"/>
          <a:chOff x="0" y="0"/>
          <a:chExt cx="0" cy="0"/>
        </a:xfrm>
      </p:grpSpPr>
      <p:cxnSp>
        <p:nvCxnSpPr>
          <p:cNvPr id="47" name="Straight Arrow Connector 46">
            <a:extLst>
              <a:ext uri="{FF2B5EF4-FFF2-40B4-BE49-F238E27FC236}">
                <a16:creationId xmlns:a16="http://schemas.microsoft.com/office/drawing/2014/main" id="{4DF25952-BF10-64C9-EDD8-3590B841F81D}"/>
              </a:ext>
            </a:extLst>
          </p:cNvPr>
          <p:cNvCxnSpPr>
            <a:cxnSpLocks/>
            <a:stCxn id="8" idx="1"/>
          </p:cNvCxnSpPr>
          <p:nvPr/>
        </p:nvCxnSpPr>
        <p:spPr>
          <a:xfrm flipV="1">
            <a:off x="2558185" y="1118731"/>
            <a:ext cx="7652622" cy="208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ADC1F092-082A-C111-5B1A-F29198D712A4}"/>
              </a:ext>
            </a:extLst>
          </p:cNvPr>
          <p:cNvSpPr/>
          <p:nvPr/>
        </p:nvSpPr>
        <p:spPr>
          <a:xfrm>
            <a:off x="10210808" y="71482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587DCBDB-D03C-4254-6015-DA90054B84AD}"/>
              </a:ext>
            </a:extLst>
          </p:cNvPr>
          <p:cNvSpPr txBox="1"/>
          <p:nvPr/>
        </p:nvSpPr>
        <p:spPr>
          <a:xfrm>
            <a:off x="10282525" y="932930"/>
            <a:ext cx="1658471" cy="253916"/>
          </a:xfrm>
          <a:prstGeom prst="rect">
            <a:avLst/>
          </a:prstGeom>
          <a:noFill/>
        </p:spPr>
        <p:txBody>
          <a:bodyPr wrap="square" rtlCol="0">
            <a:spAutoFit/>
          </a:bodyPr>
          <a:lstStyle/>
          <a:p>
            <a:pPr algn="ctr"/>
            <a:r>
              <a:rPr lang="en-US" sz="1050" dirty="0"/>
              <a:t>Friendly Forces</a:t>
            </a:r>
          </a:p>
        </p:txBody>
      </p:sp>
      <p:sp>
        <p:nvSpPr>
          <p:cNvPr id="29" name="TextBox 28">
            <a:extLst>
              <a:ext uri="{FF2B5EF4-FFF2-40B4-BE49-F238E27FC236}">
                <a16:creationId xmlns:a16="http://schemas.microsoft.com/office/drawing/2014/main" id="{336A055C-7E90-4E40-AF06-B6BF76614C49}"/>
              </a:ext>
            </a:extLst>
          </p:cNvPr>
          <p:cNvSpPr txBox="1"/>
          <p:nvPr/>
        </p:nvSpPr>
        <p:spPr>
          <a:xfrm>
            <a:off x="726140" y="0"/>
            <a:ext cx="1517660" cy="369332"/>
          </a:xfrm>
          <a:prstGeom prst="rect">
            <a:avLst/>
          </a:prstGeom>
          <a:noFill/>
        </p:spPr>
        <p:txBody>
          <a:bodyPr wrap="none" rtlCol="0">
            <a:spAutoFit/>
          </a:bodyPr>
          <a:lstStyle/>
          <a:p>
            <a:r>
              <a:rPr lang="en-US" dirty="0"/>
              <a:t>COA Analysis</a:t>
            </a:r>
          </a:p>
        </p:txBody>
      </p:sp>
      <p:sp>
        <p:nvSpPr>
          <p:cNvPr id="40" name="Rectangle 39">
            <a:extLst>
              <a:ext uri="{FF2B5EF4-FFF2-40B4-BE49-F238E27FC236}">
                <a16:creationId xmlns:a16="http://schemas.microsoft.com/office/drawing/2014/main" id="{80DBEFBD-E35B-D4FF-78DD-E343188D2939}"/>
              </a:ext>
            </a:extLst>
          </p:cNvPr>
          <p:cNvSpPr/>
          <p:nvPr/>
        </p:nvSpPr>
        <p:spPr>
          <a:xfrm>
            <a:off x="8287878" y="74172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1" name="TextBox 40">
            <a:extLst>
              <a:ext uri="{FF2B5EF4-FFF2-40B4-BE49-F238E27FC236}">
                <a16:creationId xmlns:a16="http://schemas.microsoft.com/office/drawing/2014/main" id="{D0DC64D5-A9EB-6C6E-344D-F78F128BC4A9}"/>
              </a:ext>
            </a:extLst>
          </p:cNvPr>
          <p:cNvSpPr txBox="1"/>
          <p:nvPr/>
        </p:nvSpPr>
        <p:spPr>
          <a:xfrm>
            <a:off x="8359595" y="949473"/>
            <a:ext cx="1658471" cy="415498"/>
          </a:xfrm>
          <a:prstGeom prst="rect">
            <a:avLst/>
          </a:prstGeom>
          <a:solidFill>
            <a:schemeClr val="bg1"/>
          </a:solidFill>
        </p:spPr>
        <p:txBody>
          <a:bodyPr wrap="square" rtlCol="0">
            <a:spAutoFit/>
          </a:bodyPr>
          <a:lstStyle/>
          <a:p>
            <a:pPr algn="ctr"/>
            <a:r>
              <a:rPr lang="en-US" sz="1050" dirty="0"/>
              <a:t>Operation Details</a:t>
            </a:r>
          </a:p>
          <a:p>
            <a:pPr algn="ctr"/>
            <a:r>
              <a:rPr lang="en-US" sz="1050" dirty="0"/>
              <a:t>(Upload and OSINT)</a:t>
            </a:r>
          </a:p>
        </p:txBody>
      </p:sp>
      <p:sp>
        <p:nvSpPr>
          <p:cNvPr id="91" name="Rectangle 90">
            <a:extLst>
              <a:ext uri="{FF2B5EF4-FFF2-40B4-BE49-F238E27FC236}">
                <a16:creationId xmlns:a16="http://schemas.microsoft.com/office/drawing/2014/main" id="{7BEA7730-B905-8CBF-FFF0-67B26B6CBAED}"/>
              </a:ext>
            </a:extLst>
          </p:cNvPr>
          <p:cNvSpPr/>
          <p:nvPr/>
        </p:nvSpPr>
        <p:spPr>
          <a:xfrm>
            <a:off x="4481115" y="74172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2" name="Rectangle 91">
            <a:extLst>
              <a:ext uri="{FF2B5EF4-FFF2-40B4-BE49-F238E27FC236}">
                <a16:creationId xmlns:a16="http://schemas.microsoft.com/office/drawing/2014/main" id="{9684887F-F049-0463-2BB7-1AE327830D77}"/>
              </a:ext>
            </a:extLst>
          </p:cNvPr>
          <p:cNvSpPr/>
          <p:nvPr/>
        </p:nvSpPr>
        <p:spPr>
          <a:xfrm>
            <a:off x="6390735" y="77612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3" name="TextBox 92">
            <a:extLst>
              <a:ext uri="{FF2B5EF4-FFF2-40B4-BE49-F238E27FC236}">
                <a16:creationId xmlns:a16="http://schemas.microsoft.com/office/drawing/2014/main" id="{2B09CC63-944C-6E2E-1E3B-EB12854EA917}"/>
              </a:ext>
            </a:extLst>
          </p:cNvPr>
          <p:cNvSpPr txBox="1"/>
          <p:nvPr/>
        </p:nvSpPr>
        <p:spPr>
          <a:xfrm>
            <a:off x="4552832" y="955101"/>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94" name="TextBox 93">
            <a:extLst>
              <a:ext uri="{FF2B5EF4-FFF2-40B4-BE49-F238E27FC236}">
                <a16:creationId xmlns:a16="http://schemas.microsoft.com/office/drawing/2014/main" id="{C0E8AED4-BF1D-410F-B163-D394E9A6818A}"/>
              </a:ext>
            </a:extLst>
          </p:cNvPr>
          <p:cNvSpPr txBox="1"/>
          <p:nvPr/>
        </p:nvSpPr>
        <p:spPr>
          <a:xfrm>
            <a:off x="6386954" y="926862"/>
            <a:ext cx="1658471" cy="577081"/>
          </a:xfrm>
          <a:prstGeom prst="rect">
            <a:avLst/>
          </a:prstGeom>
          <a:noFill/>
        </p:spPr>
        <p:txBody>
          <a:bodyPr wrap="square" rtlCol="0">
            <a:spAutoFit/>
          </a:bodyPr>
          <a:lstStyle/>
          <a:p>
            <a:pPr algn="ctr"/>
            <a:r>
              <a:rPr lang="en-US" sz="1050" dirty="0"/>
              <a:t>Correlation of Forces and Means</a:t>
            </a:r>
          </a:p>
          <a:p>
            <a:pPr algn="ctr"/>
            <a:r>
              <a:rPr lang="en-US" sz="1050" dirty="0"/>
              <a:t>(Generated)</a:t>
            </a:r>
          </a:p>
        </p:txBody>
      </p:sp>
      <p:sp>
        <p:nvSpPr>
          <p:cNvPr id="146" name="Rectangle 145">
            <a:extLst>
              <a:ext uri="{FF2B5EF4-FFF2-40B4-BE49-F238E27FC236}">
                <a16:creationId xmlns:a16="http://schemas.microsoft.com/office/drawing/2014/main" id="{3B0F6AC4-810A-F3BD-728F-85CA5A736D8D}"/>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D657C468-F350-B583-F2E6-FB26B18BF3F5}"/>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Analysis Steps</a:t>
            </a:r>
          </a:p>
        </p:txBody>
      </p:sp>
      <p:sp>
        <p:nvSpPr>
          <p:cNvPr id="8" name="Rectangle 7">
            <a:extLst>
              <a:ext uri="{FF2B5EF4-FFF2-40B4-BE49-F238E27FC236}">
                <a16:creationId xmlns:a16="http://schemas.microsoft.com/office/drawing/2014/main" id="{891758D1-BCB4-8BFB-9157-D8805D57DEA6}"/>
              </a:ext>
            </a:extLst>
          </p:cNvPr>
          <p:cNvSpPr/>
          <p:nvPr/>
        </p:nvSpPr>
        <p:spPr>
          <a:xfrm>
            <a:off x="2558185" y="73621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 name="TextBox 8">
            <a:extLst>
              <a:ext uri="{FF2B5EF4-FFF2-40B4-BE49-F238E27FC236}">
                <a16:creationId xmlns:a16="http://schemas.microsoft.com/office/drawing/2014/main" id="{96BBEACB-9548-72B8-15DD-925B3D32B3AE}"/>
              </a:ext>
            </a:extLst>
          </p:cNvPr>
          <p:cNvSpPr txBox="1"/>
          <p:nvPr/>
        </p:nvSpPr>
        <p:spPr>
          <a:xfrm>
            <a:off x="2701620" y="1012667"/>
            <a:ext cx="1658471" cy="415498"/>
          </a:xfrm>
          <a:prstGeom prst="rect">
            <a:avLst/>
          </a:prstGeom>
          <a:noFill/>
        </p:spPr>
        <p:txBody>
          <a:bodyPr wrap="square" rtlCol="0">
            <a:spAutoFit/>
          </a:bodyPr>
          <a:lstStyle/>
          <a:p>
            <a:pPr algn="ctr"/>
            <a:r>
              <a:rPr lang="en-US" sz="1050" dirty="0"/>
              <a:t>Array of Initial Forces</a:t>
            </a:r>
          </a:p>
          <a:p>
            <a:pPr algn="ctr"/>
            <a:r>
              <a:rPr lang="en-US" sz="1050" dirty="0"/>
              <a:t>(Generated)</a:t>
            </a:r>
          </a:p>
        </p:txBody>
      </p:sp>
      <p:sp>
        <p:nvSpPr>
          <p:cNvPr id="11" name="Rectangle 10">
            <a:extLst>
              <a:ext uri="{FF2B5EF4-FFF2-40B4-BE49-F238E27FC236}">
                <a16:creationId xmlns:a16="http://schemas.microsoft.com/office/drawing/2014/main" id="{48D3C876-6FB6-7D90-69F6-2E85DC3D8795}"/>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651542EE-D3EF-9B6A-EA6C-905F1399D7D4}"/>
              </a:ext>
            </a:extLst>
          </p:cNvPr>
          <p:cNvSpPr txBox="1"/>
          <p:nvPr/>
        </p:nvSpPr>
        <p:spPr>
          <a:xfrm>
            <a:off x="429682" y="1742960"/>
            <a:ext cx="6013634" cy="369332"/>
          </a:xfrm>
          <a:prstGeom prst="rect">
            <a:avLst/>
          </a:prstGeom>
          <a:noFill/>
        </p:spPr>
        <p:txBody>
          <a:bodyPr wrap="none" rtlCol="0">
            <a:spAutoFit/>
          </a:bodyPr>
          <a:lstStyle/>
          <a:p>
            <a:r>
              <a:rPr lang="en-US" dirty="0"/>
              <a:t>Upload: Any documents related to current forces available.</a:t>
            </a:r>
          </a:p>
        </p:txBody>
      </p:sp>
      <p:sp>
        <p:nvSpPr>
          <p:cNvPr id="39" name="TextBox 38">
            <a:extLst>
              <a:ext uri="{FF2B5EF4-FFF2-40B4-BE49-F238E27FC236}">
                <a16:creationId xmlns:a16="http://schemas.microsoft.com/office/drawing/2014/main" id="{F7614821-A76E-CD7A-B252-AFC491518E71}"/>
              </a:ext>
            </a:extLst>
          </p:cNvPr>
          <p:cNvSpPr txBox="1"/>
          <p:nvPr/>
        </p:nvSpPr>
        <p:spPr>
          <a:xfrm>
            <a:off x="429682" y="3066048"/>
            <a:ext cx="8857189" cy="369332"/>
          </a:xfrm>
          <a:prstGeom prst="rect">
            <a:avLst/>
          </a:prstGeom>
          <a:noFill/>
        </p:spPr>
        <p:txBody>
          <a:bodyPr wrap="square" rtlCol="0">
            <a:spAutoFit/>
          </a:bodyPr>
          <a:lstStyle/>
          <a:p>
            <a:r>
              <a:rPr lang="en-US" dirty="0"/>
              <a:t>Prompt: None, Just dependencies</a:t>
            </a:r>
          </a:p>
        </p:txBody>
      </p:sp>
    </p:spTree>
    <p:extLst>
      <p:ext uri="{BB962C8B-B14F-4D97-AF65-F5344CB8AC3E}">
        <p14:creationId xmlns:p14="http://schemas.microsoft.com/office/powerpoint/2010/main" val="2883274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ABEDA-BDFF-85FC-AFDF-6C3C05CFA276}"/>
            </a:ext>
          </a:extLst>
        </p:cNvPr>
        <p:cNvGrpSpPr/>
        <p:nvPr/>
      </p:nvGrpSpPr>
      <p:grpSpPr>
        <a:xfrm>
          <a:off x="0" y="0"/>
          <a:ext cx="0" cy="0"/>
          <a:chOff x="0" y="0"/>
          <a:chExt cx="0" cy="0"/>
        </a:xfrm>
      </p:grpSpPr>
      <p:cxnSp>
        <p:nvCxnSpPr>
          <p:cNvPr id="136" name="Straight Arrow Connector 135">
            <a:extLst>
              <a:ext uri="{FF2B5EF4-FFF2-40B4-BE49-F238E27FC236}">
                <a16:creationId xmlns:a16="http://schemas.microsoft.com/office/drawing/2014/main" id="{8218C5AA-B972-7FBE-ED95-E0A2F35699D2}"/>
              </a:ext>
            </a:extLst>
          </p:cNvPr>
          <p:cNvCxnSpPr>
            <a:cxnSpLocks/>
          </p:cNvCxnSpPr>
          <p:nvPr/>
        </p:nvCxnSpPr>
        <p:spPr>
          <a:xfrm flipV="1">
            <a:off x="362139" y="762457"/>
            <a:ext cx="9892432" cy="124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29994A8F-9065-F03C-4822-92DBB0EFD641}"/>
              </a:ext>
            </a:extLst>
          </p:cNvPr>
          <p:cNvSpPr/>
          <p:nvPr/>
        </p:nvSpPr>
        <p:spPr>
          <a:xfrm>
            <a:off x="10210808" y="71532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9" name="TextBox 18">
            <a:extLst>
              <a:ext uri="{FF2B5EF4-FFF2-40B4-BE49-F238E27FC236}">
                <a16:creationId xmlns:a16="http://schemas.microsoft.com/office/drawing/2014/main" id="{9201E912-83FD-F345-960A-FC79DC5AC143}"/>
              </a:ext>
            </a:extLst>
          </p:cNvPr>
          <p:cNvSpPr txBox="1"/>
          <p:nvPr/>
        </p:nvSpPr>
        <p:spPr>
          <a:xfrm>
            <a:off x="10346227" y="715322"/>
            <a:ext cx="1658471" cy="253916"/>
          </a:xfrm>
          <a:prstGeom prst="rect">
            <a:avLst/>
          </a:prstGeom>
          <a:noFill/>
        </p:spPr>
        <p:txBody>
          <a:bodyPr wrap="square" rtlCol="0">
            <a:spAutoFit/>
          </a:bodyPr>
          <a:lstStyle/>
          <a:p>
            <a:pPr algn="ctr"/>
            <a:r>
              <a:rPr lang="en-US" sz="1050" dirty="0"/>
              <a:t>Assumptions</a:t>
            </a:r>
          </a:p>
        </p:txBody>
      </p:sp>
      <p:sp>
        <p:nvSpPr>
          <p:cNvPr id="29" name="TextBox 28">
            <a:extLst>
              <a:ext uri="{FF2B5EF4-FFF2-40B4-BE49-F238E27FC236}">
                <a16:creationId xmlns:a16="http://schemas.microsoft.com/office/drawing/2014/main" id="{E8EB3920-A762-14F2-4584-EBE022536C28}"/>
              </a:ext>
            </a:extLst>
          </p:cNvPr>
          <p:cNvSpPr txBox="1"/>
          <p:nvPr/>
        </p:nvSpPr>
        <p:spPr>
          <a:xfrm>
            <a:off x="726140" y="0"/>
            <a:ext cx="1517660" cy="369332"/>
          </a:xfrm>
          <a:prstGeom prst="rect">
            <a:avLst/>
          </a:prstGeom>
          <a:noFill/>
        </p:spPr>
        <p:txBody>
          <a:bodyPr wrap="none" rtlCol="0">
            <a:spAutoFit/>
          </a:bodyPr>
          <a:lstStyle/>
          <a:p>
            <a:r>
              <a:rPr lang="en-US" dirty="0"/>
              <a:t>COA Analysis</a:t>
            </a:r>
          </a:p>
        </p:txBody>
      </p:sp>
      <p:sp>
        <p:nvSpPr>
          <p:cNvPr id="66" name="Rectangle 65">
            <a:extLst>
              <a:ext uri="{FF2B5EF4-FFF2-40B4-BE49-F238E27FC236}">
                <a16:creationId xmlns:a16="http://schemas.microsoft.com/office/drawing/2014/main" id="{C5978774-CC68-B69B-508A-55D93CA3CBEC}"/>
              </a:ext>
            </a:extLst>
          </p:cNvPr>
          <p:cNvSpPr/>
          <p:nvPr/>
        </p:nvSpPr>
        <p:spPr>
          <a:xfrm>
            <a:off x="4501031" y="71532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7" name="TextBox 66">
            <a:extLst>
              <a:ext uri="{FF2B5EF4-FFF2-40B4-BE49-F238E27FC236}">
                <a16:creationId xmlns:a16="http://schemas.microsoft.com/office/drawing/2014/main" id="{152C8F41-DB82-9513-22C3-1E3670388761}"/>
              </a:ext>
            </a:extLst>
          </p:cNvPr>
          <p:cNvSpPr txBox="1"/>
          <p:nvPr/>
        </p:nvSpPr>
        <p:spPr>
          <a:xfrm>
            <a:off x="4572748" y="715322"/>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70" name="Rectangle 69">
            <a:extLst>
              <a:ext uri="{FF2B5EF4-FFF2-40B4-BE49-F238E27FC236}">
                <a16:creationId xmlns:a16="http://schemas.microsoft.com/office/drawing/2014/main" id="{2BA321CE-8642-515D-4B7F-E1938444967C}"/>
              </a:ext>
            </a:extLst>
          </p:cNvPr>
          <p:cNvSpPr/>
          <p:nvPr/>
        </p:nvSpPr>
        <p:spPr>
          <a:xfrm>
            <a:off x="6391834" y="71532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1" name="TextBox 70">
            <a:extLst>
              <a:ext uri="{FF2B5EF4-FFF2-40B4-BE49-F238E27FC236}">
                <a16:creationId xmlns:a16="http://schemas.microsoft.com/office/drawing/2014/main" id="{6B1F20F8-6B57-4FB9-D7E7-0AE780BF26AA}"/>
              </a:ext>
            </a:extLst>
          </p:cNvPr>
          <p:cNvSpPr txBox="1"/>
          <p:nvPr/>
        </p:nvSpPr>
        <p:spPr>
          <a:xfrm>
            <a:off x="6463551" y="715322"/>
            <a:ext cx="1658471" cy="415498"/>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72" name="Rectangle 71">
            <a:extLst>
              <a:ext uri="{FF2B5EF4-FFF2-40B4-BE49-F238E27FC236}">
                <a16:creationId xmlns:a16="http://schemas.microsoft.com/office/drawing/2014/main" id="{8000EC41-8DF5-D226-5402-6FF76E4FDEC2}"/>
              </a:ext>
            </a:extLst>
          </p:cNvPr>
          <p:cNvSpPr/>
          <p:nvPr/>
        </p:nvSpPr>
        <p:spPr>
          <a:xfrm>
            <a:off x="8324483" y="71532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3" name="TextBox 72">
            <a:extLst>
              <a:ext uri="{FF2B5EF4-FFF2-40B4-BE49-F238E27FC236}">
                <a16:creationId xmlns:a16="http://schemas.microsoft.com/office/drawing/2014/main" id="{1B6275E6-72DB-1D7F-2262-8D806B3E6F9F}"/>
              </a:ext>
            </a:extLst>
          </p:cNvPr>
          <p:cNvSpPr txBox="1"/>
          <p:nvPr/>
        </p:nvSpPr>
        <p:spPr>
          <a:xfrm>
            <a:off x="8362208" y="715322"/>
            <a:ext cx="1658471" cy="577081"/>
          </a:xfrm>
          <a:prstGeom prst="rect">
            <a:avLst/>
          </a:prstGeom>
          <a:noFill/>
        </p:spPr>
        <p:txBody>
          <a:bodyPr wrap="square" rtlCol="0">
            <a:spAutoFit/>
          </a:bodyPr>
          <a:lstStyle/>
          <a:p>
            <a:pPr algn="ctr"/>
            <a:r>
              <a:rPr lang="en-US" sz="1050" dirty="0"/>
              <a:t>CDR’s Standing Orders and Guidance</a:t>
            </a:r>
          </a:p>
          <a:p>
            <a:pPr algn="ctr"/>
            <a:r>
              <a:rPr lang="en-US" sz="1050" dirty="0"/>
              <a:t>(Uploads)</a:t>
            </a:r>
          </a:p>
        </p:txBody>
      </p:sp>
      <p:sp>
        <p:nvSpPr>
          <p:cNvPr id="126" name="Rectangle 125">
            <a:extLst>
              <a:ext uri="{FF2B5EF4-FFF2-40B4-BE49-F238E27FC236}">
                <a16:creationId xmlns:a16="http://schemas.microsoft.com/office/drawing/2014/main" id="{00DB6C41-F108-D3D9-925E-5D1D1EC3B84C}"/>
              </a:ext>
            </a:extLst>
          </p:cNvPr>
          <p:cNvSpPr/>
          <p:nvPr/>
        </p:nvSpPr>
        <p:spPr>
          <a:xfrm>
            <a:off x="2610505" y="71532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7" name="TextBox 126">
            <a:extLst>
              <a:ext uri="{FF2B5EF4-FFF2-40B4-BE49-F238E27FC236}">
                <a16:creationId xmlns:a16="http://schemas.microsoft.com/office/drawing/2014/main" id="{22626CC7-11BE-21B9-A5A3-297BDFC30EA4}"/>
              </a:ext>
            </a:extLst>
          </p:cNvPr>
          <p:cNvSpPr txBox="1"/>
          <p:nvPr/>
        </p:nvSpPr>
        <p:spPr>
          <a:xfrm>
            <a:off x="2718078" y="715322"/>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3E2620CA-DAF0-810F-2223-3D38FC9F6E37}"/>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B591366C-ACFB-47D5-5D1E-4C1A38E680F5}"/>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Analysis Steps</a:t>
            </a:r>
          </a:p>
        </p:txBody>
      </p:sp>
      <p:sp>
        <p:nvSpPr>
          <p:cNvPr id="13" name="Rectangle 12">
            <a:extLst>
              <a:ext uri="{FF2B5EF4-FFF2-40B4-BE49-F238E27FC236}">
                <a16:creationId xmlns:a16="http://schemas.microsoft.com/office/drawing/2014/main" id="{D7E550FE-9D50-CCD9-A62E-EEB17C596046}"/>
              </a:ext>
            </a:extLst>
          </p:cNvPr>
          <p:cNvSpPr/>
          <p:nvPr/>
        </p:nvSpPr>
        <p:spPr>
          <a:xfrm>
            <a:off x="1387309" y="715322"/>
            <a:ext cx="117360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 name="TextBox 13">
            <a:extLst>
              <a:ext uri="{FF2B5EF4-FFF2-40B4-BE49-F238E27FC236}">
                <a16:creationId xmlns:a16="http://schemas.microsoft.com/office/drawing/2014/main" id="{FFD07848-8AD5-19B3-451F-7766C1E22851}"/>
              </a:ext>
            </a:extLst>
          </p:cNvPr>
          <p:cNvSpPr txBox="1"/>
          <p:nvPr/>
        </p:nvSpPr>
        <p:spPr>
          <a:xfrm>
            <a:off x="1108193" y="715322"/>
            <a:ext cx="1658471" cy="415498"/>
          </a:xfrm>
          <a:prstGeom prst="rect">
            <a:avLst/>
          </a:prstGeom>
          <a:noFill/>
        </p:spPr>
        <p:txBody>
          <a:bodyPr wrap="square" rtlCol="0">
            <a:spAutoFit/>
          </a:bodyPr>
          <a:lstStyle/>
          <a:p>
            <a:pPr algn="ctr"/>
            <a:r>
              <a:rPr lang="en-US" sz="1050" dirty="0"/>
              <a:t>Options</a:t>
            </a:r>
          </a:p>
          <a:p>
            <a:pPr algn="ctr"/>
            <a:r>
              <a:rPr lang="en-US" sz="1050" dirty="0"/>
              <a:t>(Generated)</a:t>
            </a:r>
          </a:p>
        </p:txBody>
      </p:sp>
      <p:sp>
        <p:nvSpPr>
          <p:cNvPr id="15" name="Rectangle 14">
            <a:extLst>
              <a:ext uri="{FF2B5EF4-FFF2-40B4-BE49-F238E27FC236}">
                <a16:creationId xmlns:a16="http://schemas.microsoft.com/office/drawing/2014/main" id="{05FCFDEF-71FE-5407-2F53-C32948F92E41}"/>
              </a:ext>
            </a:extLst>
          </p:cNvPr>
          <p:cNvSpPr/>
          <p:nvPr/>
        </p:nvSpPr>
        <p:spPr>
          <a:xfrm>
            <a:off x="132578" y="715322"/>
            <a:ext cx="117360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6" name="TextBox 15">
            <a:extLst>
              <a:ext uri="{FF2B5EF4-FFF2-40B4-BE49-F238E27FC236}">
                <a16:creationId xmlns:a16="http://schemas.microsoft.com/office/drawing/2014/main" id="{50295EA8-F772-73FD-663B-7837D5FE6A21}"/>
              </a:ext>
            </a:extLst>
          </p:cNvPr>
          <p:cNvSpPr txBox="1"/>
          <p:nvPr/>
        </p:nvSpPr>
        <p:spPr>
          <a:xfrm>
            <a:off x="226000" y="715322"/>
            <a:ext cx="1080182" cy="415498"/>
          </a:xfrm>
          <a:prstGeom prst="rect">
            <a:avLst/>
          </a:prstGeom>
          <a:noFill/>
        </p:spPr>
        <p:txBody>
          <a:bodyPr wrap="square" rtlCol="0">
            <a:spAutoFit/>
          </a:bodyPr>
          <a:lstStyle/>
          <a:p>
            <a:pPr algn="ctr"/>
            <a:r>
              <a:rPr lang="en-US" sz="1050" dirty="0"/>
              <a:t>Broad Concept</a:t>
            </a:r>
          </a:p>
          <a:p>
            <a:pPr algn="ctr"/>
            <a:r>
              <a:rPr lang="en-US" sz="1050" dirty="0"/>
              <a:t>(Generated)</a:t>
            </a:r>
          </a:p>
        </p:txBody>
      </p:sp>
      <p:sp>
        <p:nvSpPr>
          <p:cNvPr id="11" name="Rectangle 10">
            <a:extLst>
              <a:ext uri="{FF2B5EF4-FFF2-40B4-BE49-F238E27FC236}">
                <a16:creationId xmlns:a16="http://schemas.microsoft.com/office/drawing/2014/main" id="{EAC5E45A-0B83-A596-01C5-E5B593547D2B}"/>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4127D24-F38F-C38B-06A5-C4A3F2FF8C03}"/>
              </a:ext>
            </a:extLst>
          </p:cNvPr>
          <p:cNvSpPr txBox="1"/>
          <p:nvPr/>
        </p:nvSpPr>
        <p:spPr>
          <a:xfrm>
            <a:off x="429682" y="1742960"/>
            <a:ext cx="9067932" cy="646331"/>
          </a:xfrm>
          <a:prstGeom prst="rect">
            <a:avLst/>
          </a:prstGeom>
          <a:noFill/>
        </p:spPr>
        <p:txBody>
          <a:bodyPr wrap="none" rtlCol="0">
            <a:spAutoFit/>
          </a:bodyPr>
          <a:lstStyle/>
          <a:p>
            <a:r>
              <a:rPr lang="en-US" dirty="0"/>
              <a:t>Upload: None.  Updated assumptions based on dependencies.  Can upload Assumptions </a:t>
            </a:r>
          </a:p>
          <a:p>
            <a:r>
              <a:rPr lang="en-US" dirty="0"/>
              <a:t>If developed outside the imperium process.</a:t>
            </a:r>
          </a:p>
        </p:txBody>
      </p:sp>
      <p:sp>
        <p:nvSpPr>
          <p:cNvPr id="39" name="TextBox 38">
            <a:extLst>
              <a:ext uri="{FF2B5EF4-FFF2-40B4-BE49-F238E27FC236}">
                <a16:creationId xmlns:a16="http://schemas.microsoft.com/office/drawing/2014/main" id="{E87399B8-61F8-B947-A0EA-0B97BAAFA513}"/>
              </a:ext>
            </a:extLst>
          </p:cNvPr>
          <p:cNvSpPr txBox="1"/>
          <p:nvPr/>
        </p:nvSpPr>
        <p:spPr>
          <a:xfrm>
            <a:off x="429682" y="3066048"/>
            <a:ext cx="8857189" cy="369332"/>
          </a:xfrm>
          <a:prstGeom prst="rect">
            <a:avLst/>
          </a:prstGeom>
          <a:noFill/>
        </p:spPr>
        <p:txBody>
          <a:bodyPr wrap="square" rtlCol="0">
            <a:spAutoFit/>
          </a:bodyPr>
          <a:lstStyle/>
          <a:p>
            <a:r>
              <a:rPr lang="en-US" dirty="0"/>
              <a:t>Prompt: </a:t>
            </a:r>
          </a:p>
        </p:txBody>
      </p:sp>
    </p:spTree>
    <p:extLst>
      <p:ext uri="{BB962C8B-B14F-4D97-AF65-F5344CB8AC3E}">
        <p14:creationId xmlns:p14="http://schemas.microsoft.com/office/powerpoint/2010/main" val="1649151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0697B-32F2-C5FC-24C4-07AE4F7491C1}"/>
            </a:ext>
          </a:extLst>
        </p:cNvPr>
        <p:cNvGrpSpPr/>
        <p:nvPr/>
      </p:nvGrpSpPr>
      <p:grpSpPr>
        <a:xfrm>
          <a:off x="0" y="0"/>
          <a:ext cx="0" cy="0"/>
          <a:chOff x="0" y="0"/>
          <a:chExt cx="0" cy="0"/>
        </a:xfrm>
      </p:grpSpPr>
      <p:cxnSp>
        <p:nvCxnSpPr>
          <p:cNvPr id="137" name="Straight Arrow Connector 136">
            <a:extLst>
              <a:ext uri="{FF2B5EF4-FFF2-40B4-BE49-F238E27FC236}">
                <a16:creationId xmlns:a16="http://schemas.microsoft.com/office/drawing/2014/main" id="{06C65D4B-FDA3-6A30-4A47-4D74421C23E0}"/>
              </a:ext>
            </a:extLst>
          </p:cNvPr>
          <p:cNvCxnSpPr>
            <a:cxnSpLocks/>
          </p:cNvCxnSpPr>
          <p:nvPr/>
        </p:nvCxnSpPr>
        <p:spPr>
          <a:xfrm flipV="1">
            <a:off x="1960983" y="1139750"/>
            <a:ext cx="8321542" cy="52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1630DE2C-E97F-2B0D-4184-93991F5C79E0}"/>
              </a:ext>
            </a:extLst>
          </p:cNvPr>
          <p:cNvSpPr/>
          <p:nvPr/>
        </p:nvSpPr>
        <p:spPr>
          <a:xfrm>
            <a:off x="10210808" y="72258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0" name="TextBox 19">
            <a:extLst>
              <a:ext uri="{FF2B5EF4-FFF2-40B4-BE49-F238E27FC236}">
                <a16:creationId xmlns:a16="http://schemas.microsoft.com/office/drawing/2014/main" id="{A825DED6-49BB-3F30-61A9-F1D26144E774}"/>
              </a:ext>
            </a:extLst>
          </p:cNvPr>
          <p:cNvSpPr txBox="1"/>
          <p:nvPr/>
        </p:nvSpPr>
        <p:spPr>
          <a:xfrm>
            <a:off x="10417946" y="999036"/>
            <a:ext cx="1658471" cy="415498"/>
          </a:xfrm>
          <a:prstGeom prst="rect">
            <a:avLst/>
          </a:prstGeom>
          <a:noFill/>
        </p:spPr>
        <p:txBody>
          <a:bodyPr wrap="square" rtlCol="0">
            <a:spAutoFit/>
          </a:bodyPr>
          <a:lstStyle/>
          <a:p>
            <a:pPr algn="ctr"/>
            <a:r>
              <a:rPr lang="en-US" sz="1050" dirty="0"/>
              <a:t>Events and Decision points</a:t>
            </a:r>
          </a:p>
        </p:txBody>
      </p:sp>
      <p:sp>
        <p:nvSpPr>
          <p:cNvPr id="29" name="TextBox 28">
            <a:extLst>
              <a:ext uri="{FF2B5EF4-FFF2-40B4-BE49-F238E27FC236}">
                <a16:creationId xmlns:a16="http://schemas.microsoft.com/office/drawing/2014/main" id="{6805DF57-6665-A5AC-7170-B2236D359BCC}"/>
              </a:ext>
            </a:extLst>
          </p:cNvPr>
          <p:cNvSpPr txBox="1"/>
          <p:nvPr/>
        </p:nvSpPr>
        <p:spPr>
          <a:xfrm>
            <a:off x="726140" y="0"/>
            <a:ext cx="1517660" cy="369332"/>
          </a:xfrm>
          <a:prstGeom prst="rect">
            <a:avLst/>
          </a:prstGeom>
          <a:noFill/>
        </p:spPr>
        <p:txBody>
          <a:bodyPr wrap="none" rtlCol="0">
            <a:spAutoFit/>
          </a:bodyPr>
          <a:lstStyle/>
          <a:p>
            <a:r>
              <a:rPr lang="en-US" dirty="0"/>
              <a:t>COA Analysis</a:t>
            </a:r>
          </a:p>
        </p:txBody>
      </p:sp>
      <p:sp>
        <p:nvSpPr>
          <p:cNvPr id="98" name="Rectangle 97">
            <a:extLst>
              <a:ext uri="{FF2B5EF4-FFF2-40B4-BE49-F238E27FC236}">
                <a16:creationId xmlns:a16="http://schemas.microsoft.com/office/drawing/2014/main" id="{B7271659-DDCC-43E9-78FF-DE011B473998}"/>
              </a:ext>
            </a:extLst>
          </p:cNvPr>
          <p:cNvSpPr/>
          <p:nvPr/>
        </p:nvSpPr>
        <p:spPr>
          <a:xfrm>
            <a:off x="9135440" y="731544"/>
            <a:ext cx="99379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9" name="TextBox 98">
            <a:extLst>
              <a:ext uri="{FF2B5EF4-FFF2-40B4-BE49-F238E27FC236}">
                <a16:creationId xmlns:a16="http://schemas.microsoft.com/office/drawing/2014/main" id="{17130440-72D4-BC15-905F-B306EF54B3B8}"/>
              </a:ext>
            </a:extLst>
          </p:cNvPr>
          <p:cNvSpPr txBox="1"/>
          <p:nvPr/>
        </p:nvSpPr>
        <p:spPr>
          <a:xfrm>
            <a:off x="9016581" y="859956"/>
            <a:ext cx="1144739" cy="577081"/>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100" name="Rectangle 99">
            <a:extLst>
              <a:ext uri="{FF2B5EF4-FFF2-40B4-BE49-F238E27FC236}">
                <a16:creationId xmlns:a16="http://schemas.microsoft.com/office/drawing/2014/main" id="{4C11B57A-7631-BC8D-7E46-9F976E97A0B1}"/>
              </a:ext>
            </a:extLst>
          </p:cNvPr>
          <p:cNvSpPr/>
          <p:nvPr/>
        </p:nvSpPr>
        <p:spPr>
          <a:xfrm>
            <a:off x="7755208" y="712536"/>
            <a:ext cx="123198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1" name="TextBox 100">
            <a:extLst>
              <a:ext uri="{FF2B5EF4-FFF2-40B4-BE49-F238E27FC236}">
                <a16:creationId xmlns:a16="http://schemas.microsoft.com/office/drawing/2014/main" id="{FCE8C911-F53B-86BE-580A-2D61216D0868}"/>
              </a:ext>
            </a:extLst>
          </p:cNvPr>
          <p:cNvSpPr txBox="1"/>
          <p:nvPr/>
        </p:nvSpPr>
        <p:spPr>
          <a:xfrm>
            <a:off x="7899545" y="981121"/>
            <a:ext cx="1133917" cy="415498"/>
          </a:xfrm>
          <a:prstGeom prst="rect">
            <a:avLst/>
          </a:prstGeom>
          <a:noFill/>
        </p:spPr>
        <p:txBody>
          <a:bodyPr wrap="square" rtlCol="0">
            <a:spAutoFit/>
          </a:bodyPr>
          <a:lstStyle/>
          <a:p>
            <a:pPr algn="ctr"/>
            <a:r>
              <a:rPr lang="en-US" sz="1050" dirty="0"/>
              <a:t>Identified Tasks</a:t>
            </a:r>
          </a:p>
          <a:p>
            <a:pPr algn="ctr"/>
            <a:r>
              <a:rPr lang="en-US" sz="1050" dirty="0"/>
              <a:t>(Generated)</a:t>
            </a:r>
          </a:p>
        </p:txBody>
      </p:sp>
      <p:sp>
        <p:nvSpPr>
          <p:cNvPr id="146" name="Rectangle 145">
            <a:extLst>
              <a:ext uri="{FF2B5EF4-FFF2-40B4-BE49-F238E27FC236}">
                <a16:creationId xmlns:a16="http://schemas.microsoft.com/office/drawing/2014/main" id="{62B2BEEF-10B0-ED0E-839B-3629ADA88E27}"/>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9211DEC1-B9EE-FFFF-08E5-2882C278314C}"/>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Analysis Steps</a:t>
            </a:r>
          </a:p>
        </p:txBody>
      </p:sp>
      <p:sp>
        <p:nvSpPr>
          <p:cNvPr id="17" name="Rectangle 16">
            <a:extLst>
              <a:ext uri="{FF2B5EF4-FFF2-40B4-BE49-F238E27FC236}">
                <a16:creationId xmlns:a16="http://schemas.microsoft.com/office/drawing/2014/main" id="{449273BF-FD0B-36E5-AE2A-5E43F173ECCC}"/>
              </a:ext>
            </a:extLst>
          </p:cNvPr>
          <p:cNvSpPr/>
          <p:nvPr/>
        </p:nvSpPr>
        <p:spPr>
          <a:xfrm>
            <a:off x="5818243" y="74729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2" name="TextBox 21">
            <a:extLst>
              <a:ext uri="{FF2B5EF4-FFF2-40B4-BE49-F238E27FC236}">
                <a16:creationId xmlns:a16="http://schemas.microsoft.com/office/drawing/2014/main" id="{5859E300-C558-AF78-21DC-AEE41BE92AB0}"/>
              </a:ext>
            </a:extLst>
          </p:cNvPr>
          <p:cNvSpPr txBox="1"/>
          <p:nvPr/>
        </p:nvSpPr>
        <p:spPr>
          <a:xfrm>
            <a:off x="5889960" y="814563"/>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23" name="Rectangle 22">
            <a:extLst>
              <a:ext uri="{FF2B5EF4-FFF2-40B4-BE49-F238E27FC236}">
                <a16:creationId xmlns:a16="http://schemas.microsoft.com/office/drawing/2014/main" id="{E009B8A4-C57A-621C-E1E7-F66EE1B30EFD}"/>
              </a:ext>
            </a:extLst>
          </p:cNvPr>
          <p:cNvSpPr/>
          <p:nvPr/>
        </p:nvSpPr>
        <p:spPr>
          <a:xfrm>
            <a:off x="4451215" y="751274"/>
            <a:ext cx="129555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 name="TextBox 23">
            <a:extLst>
              <a:ext uri="{FF2B5EF4-FFF2-40B4-BE49-F238E27FC236}">
                <a16:creationId xmlns:a16="http://schemas.microsoft.com/office/drawing/2014/main" id="{43457960-A945-7EE8-1C1A-8F12BB2209B6}"/>
              </a:ext>
            </a:extLst>
          </p:cNvPr>
          <p:cNvSpPr txBox="1"/>
          <p:nvPr/>
        </p:nvSpPr>
        <p:spPr>
          <a:xfrm>
            <a:off x="4286771" y="836538"/>
            <a:ext cx="1495069" cy="738664"/>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25" name="Rectangle 24">
            <a:extLst>
              <a:ext uri="{FF2B5EF4-FFF2-40B4-BE49-F238E27FC236}">
                <a16:creationId xmlns:a16="http://schemas.microsoft.com/office/drawing/2014/main" id="{A8D47F0B-EA49-3FED-310A-C8183C2598AF}"/>
              </a:ext>
            </a:extLst>
          </p:cNvPr>
          <p:cNvSpPr/>
          <p:nvPr/>
        </p:nvSpPr>
        <p:spPr>
          <a:xfrm>
            <a:off x="3122832" y="743726"/>
            <a:ext cx="117585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6" name="TextBox 25">
            <a:extLst>
              <a:ext uri="{FF2B5EF4-FFF2-40B4-BE49-F238E27FC236}">
                <a16:creationId xmlns:a16="http://schemas.microsoft.com/office/drawing/2014/main" id="{682570BF-3E08-7DA5-2751-33F64687CC6E}"/>
              </a:ext>
            </a:extLst>
          </p:cNvPr>
          <p:cNvSpPr txBox="1"/>
          <p:nvPr/>
        </p:nvSpPr>
        <p:spPr>
          <a:xfrm>
            <a:off x="3106145" y="833783"/>
            <a:ext cx="1247573" cy="577081"/>
          </a:xfrm>
          <a:prstGeom prst="rect">
            <a:avLst/>
          </a:prstGeom>
          <a:noFill/>
        </p:spPr>
        <p:txBody>
          <a:bodyPr wrap="square" rtlCol="0">
            <a:spAutoFit/>
          </a:bodyPr>
          <a:lstStyle/>
          <a:p>
            <a:pPr algn="ctr"/>
            <a:r>
              <a:rPr lang="en-US" sz="1050" dirty="0"/>
              <a:t>Operation Details</a:t>
            </a:r>
          </a:p>
          <a:p>
            <a:pPr algn="ctr"/>
            <a:r>
              <a:rPr lang="en-US" sz="1050" dirty="0"/>
              <a:t>(Upload and OSINT)</a:t>
            </a:r>
          </a:p>
        </p:txBody>
      </p:sp>
      <p:sp>
        <p:nvSpPr>
          <p:cNvPr id="27" name="Rectangle 26">
            <a:extLst>
              <a:ext uri="{FF2B5EF4-FFF2-40B4-BE49-F238E27FC236}">
                <a16:creationId xmlns:a16="http://schemas.microsoft.com/office/drawing/2014/main" id="{77C8181E-C02C-6A98-93B4-72A4F7036152}"/>
              </a:ext>
            </a:extLst>
          </p:cNvPr>
          <p:cNvSpPr/>
          <p:nvPr/>
        </p:nvSpPr>
        <p:spPr>
          <a:xfrm>
            <a:off x="1999591" y="753744"/>
            <a:ext cx="101765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8" name="TextBox 27">
            <a:extLst>
              <a:ext uri="{FF2B5EF4-FFF2-40B4-BE49-F238E27FC236}">
                <a16:creationId xmlns:a16="http://schemas.microsoft.com/office/drawing/2014/main" id="{C5621A9C-FCB0-3C02-FB76-A7F849FDE7B3}"/>
              </a:ext>
            </a:extLst>
          </p:cNvPr>
          <p:cNvSpPr txBox="1"/>
          <p:nvPr/>
        </p:nvSpPr>
        <p:spPr>
          <a:xfrm>
            <a:off x="2008881" y="915110"/>
            <a:ext cx="936651" cy="415498"/>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p:txBody>
      </p:sp>
      <p:sp>
        <p:nvSpPr>
          <p:cNvPr id="11" name="Rectangle 10">
            <a:extLst>
              <a:ext uri="{FF2B5EF4-FFF2-40B4-BE49-F238E27FC236}">
                <a16:creationId xmlns:a16="http://schemas.microsoft.com/office/drawing/2014/main" id="{D48E608C-5885-F8BA-7E52-5763C6340B4B}"/>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53FB78C-D316-0551-1FC5-8B11F20AFA91}"/>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39" name="TextBox 38">
            <a:extLst>
              <a:ext uri="{FF2B5EF4-FFF2-40B4-BE49-F238E27FC236}">
                <a16:creationId xmlns:a16="http://schemas.microsoft.com/office/drawing/2014/main" id="{579B919F-7FBF-A648-BEAD-F900C05BF573}"/>
              </a:ext>
            </a:extLst>
          </p:cNvPr>
          <p:cNvSpPr txBox="1"/>
          <p:nvPr/>
        </p:nvSpPr>
        <p:spPr>
          <a:xfrm>
            <a:off x="429682" y="3066048"/>
            <a:ext cx="8857189" cy="646331"/>
          </a:xfrm>
          <a:prstGeom prst="rect">
            <a:avLst/>
          </a:prstGeom>
          <a:noFill/>
        </p:spPr>
        <p:txBody>
          <a:bodyPr wrap="square" rtlCol="0">
            <a:spAutoFit/>
          </a:bodyPr>
          <a:lstStyle/>
          <a:p>
            <a:r>
              <a:rPr lang="en-US" dirty="0"/>
              <a:t>Prompt: based on dependencies and Title of operation and short description identify key events and information decision points for the J39 and the Commander.</a:t>
            </a:r>
          </a:p>
        </p:txBody>
      </p:sp>
      <p:sp>
        <p:nvSpPr>
          <p:cNvPr id="3" name="Rectangle 2">
            <a:extLst>
              <a:ext uri="{FF2B5EF4-FFF2-40B4-BE49-F238E27FC236}">
                <a16:creationId xmlns:a16="http://schemas.microsoft.com/office/drawing/2014/main" id="{843BE25E-A8C5-9B01-879D-35EEF981BE61}"/>
              </a:ext>
            </a:extLst>
          </p:cNvPr>
          <p:cNvSpPr/>
          <p:nvPr/>
        </p:nvSpPr>
        <p:spPr>
          <a:xfrm>
            <a:off x="144894" y="743726"/>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 name="TextBox 4">
            <a:extLst>
              <a:ext uri="{FF2B5EF4-FFF2-40B4-BE49-F238E27FC236}">
                <a16:creationId xmlns:a16="http://schemas.microsoft.com/office/drawing/2014/main" id="{4D08F057-F233-A498-6783-2DBEB07A6DC1}"/>
              </a:ext>
            </a:extLst>
          </p:cNvPr>
          <p:cNvSpPr txBox="1"/>
          <p:nvPr/>
        </p:nvSpPr>
        <p:spPr>
          <a:xfrm>
            <a:off x="288329" y="982869"/>
            <a:ext cx="1658471" cy="415498"/>
          </a:xfrm>
          <a:prstGeom prst="rect">
            <a:avLst/>
          </a:prstGeom>
          <a:noFill/>
        </p:spPr>
        <p:txBody>
          <a:bodyPr wrap="square" rtlCol="0">
            <a:spAutoFit/>
          </a:bodyPr>
          <a:lstStyle/>
          <a:p>
            <a:pPr algn="ctr"/>
            <a:r>
              <a:rPr lang="en-US" sz="1050" dirty="0"/>
              <a:t>Broad Concept</a:t>
            </a:r>
          </a:p>
          <a:p>
            <a:pPr algn="ctr"/>
            <a:r>
              <a:rPr lang="en-US" sz="1050" dirty="0"/>
              <a:t>(Generated)</a:t>
            </a:r>
          </a:p>
        </p:txBody>
      </p:sp>
    </p:spTree>
    <p:extLst>
      <p:ext uri="{BB962C8B-B14F-4D97-AF65-F5344CB8AC3E}">
        <p14:creationId xmlns:p14="http://schemas.microsoft.com/office/powerpoint/2010/main" val="4054634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3557E-C190-DB4E-5705-65A9A37EAD78}"/>
            </a:ext>
          </a:extLst>
        </p:cNvPr>
        <p:cNvGrpSpPr/>
        <p:nvPr/>
      </p:nvGrpSpPr>
      <p:grpSpPr>
        <a:xfrm>
          <a:off x="0" y="0"/>
          <a:ext cx="0" cy="0"/>
          <a:chOff x="0" y="0"/>
          <a:chExt cx="0" cy="0"/>
        </a:xfrm>
      </p:grpSpPr>
      <p:cxnSp>
        <p:nvCxnSpPr>
          <p:cNvPr id="139" name="Straight Arrow Connector 138">
            <a:extLst>
              <a:ext uri="{FF2B5EF4-FFF2-40B4-BE49-F238E27FC236}">
                <a16:creationId xmlns:a16="http://schemas.microsoft.com/office/drawing/2014/main" id="{7FF88AD7-9C03-F18E-EC38-2C0503A260EF}"/>
              </a:ext>
            </a:extLst>
          </p:cNvPr>
          <p:cNvCxnSpPr>
            <a:cxnSpLocks/>
          </p:cNvCxnSpPr>
          <p:nvPr/>
        </p:nvCxnSpPr>
        <p:spPr>
          <a:xfrm>
            <a:off x="159986" y="1123778"/>
            <a:ext cx="10005017" cy="18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01445906-4812-39F1-3F9A-36E89526A3BF}"/>
              </a:ext>
            </a:extLst>
          </p:cNvPr>
          <p:cNvSpPr/>
          <p:nvPr/>
        </p:nvSpPr>
        <p:spPr>
          <a:xfrm>
            <a:off x="10223508" y="72709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1" name="TextBox 20">
            <a:extLst>
              <a:ext uri="{FF2B5EF4-FFF2-40B4-BE49-F238E27FC236}">
                <a16:creationId xmlns:a16="http://schemas.microsoft.com/office/drawing/2014/main" id="{B779E58F-31E8-D8D0-38A4-7E8906A6EA7E}"/>
              </a:ext>
            </a:extLst>
          </p:cNvPr>
          <p:cNvSpPr txBox="1"/>
          <p:nvPr/>
        </p:nvSpPr>
        <p:spPr>
          <a:xfrm>
            <a:off x="10430646" y="727099"/>
            <a:ext cx="1658471" cy="415498"/>
          </a:xfrm>
          <a:prstGeom prst="rect">
            <a:avLst/>
          </a:prstGeom>
          <a:noFill/>
        </p:spPr>
        <p:txBody>
          <a:bodyPr wrap="square" rtlCol="0">
            <a:spAutoFit/>
          </a:bodyPr>
          <a:lstStyle/>
          <a:p>
            <a:pPr algn="ctr"/>
            <a:r>
              <a:rPr lang="en-US" sz="1050" dirty="0"/>
              <a:t>Wargaming Method and results display</a:t>
            </a:r>
          </a:p>
        </p:txBody>
      </p:sp>
      <p:sp>
        <p:nvSpPr>
          <p:cNvPr id="29" name="TextBox 28">
            <a:extLst>
              <a:ext uri="{FF2B5EF4-FFF2-40B4-BE49-F238E27FC236}">
                <a16:creationId xmlns:a16="http://schemas.microsoft.com/office/drawing/2014/main" id="{C83E9C63-613C-6AE9-D0B5-CE94AF2EED5B}"/>
              </a:ext>
            </a:extLst>
          </p:cNvPr>
          <p:cNvSpPr txBox="1"/>
          <p:nvPr/>
        </p:nvSpPr>
        <p:spPr>
          <a:xfrm>
            <a:off x="726140" y="0"/>
            <a:ext cx="1517660" cy="369332"/>
          </a:xfrm>
          <a:prstGeom prst="rect">
            <a:avLst/>
          </a:prstGeom>
          <a:noFill/>
        </p:spPr>
        <p:txBody>
          <a:bodyPr wrap="none" rtlCol="0">
            <a:spAutoFit/>
          </a:bodyPr>
          <a:lstStyle/>
          <a:p>
            <a:r>
              <a:rPr lang="en-US" dirty="0"/>
              <a:t>COA Analysis</a:t>
            </a:r>
          </a:p>
        </p:txBody>
      </p:sp>
      <p:sp>
        <p:nvSpPr>
          <p:cNvPr id="106" name="Rectangle 105">
            <a:extLst>
              <a:ext uri="{FF2B5EF4-FFF2-40B4-BE49-F238E27FC236}">
                <a16:creationId xmlns:a16="http://schemas.microsoft.com/office/drawing/2014/main" id="{35E68AFE-16CE-E61C-697B-4C2888A58830}"/>
              </a:ext>
            </a:extLst>
          </p:cNvPr>
          <p:cNvSpPr/>
          <p:nvPr/>
        </p:nvSpPr>
        <p:spPr>
          <a:xfrm>
            <a:off x="8895239" y="727099"/>
            <a:ext cx="123114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7" name="TextBox 106">
            <a:extLst>
              <a:ext uri="{FF2B5EF4-FFF2-40B4-BE49-F238E27FC236}">
                <a16:creationId xmlns:a16="http://schemas.microsoft.com/office/drawing/2014/main" id="{3B5EC7C3-08CE-CD45-2BD7-60BB3F4766FC}"/>
              </a:ext>
            </a:extLst>
          </p:cNvPr>
          <p:cNvSpPr txBox="1"/>
          <p:nvPr/>
        </p:nvSpPr>
        <p:spPr>
          <a:xfrm>
            <a:off x="8840578" y="727099"/>
            <a:ext cx="1658471" cy="415498"/>
          </a:xfrm>
          <a:prstGeom prst="rect">
            <a:avLst/>
          </a:prstGeom>
          <a:noFill/>
        </p:spPr>
        <p:txBody>
          <a:bodyPr wrap="square" rtlCol="0">
            <a:spAutoFit/>
          </a:bodyPr>
          <a:lstStyle/>
          <a:p>
            <a:pPr algn="ctr"/>
            <a:r>
              <a:rPr lang="en-US" sz="1050" dirty="0"/>
              <a:t>Options</a:t>
            </a:r>
          </a:p>
          <a:p>
            <a:pPr algn="ctr"/>
            <a:r>
              <a:rPr lang="en-US" sz="1050" dirty="0"/>
              <a:t>(Generated)</a:t>
            </a:r>
          </a:p>
        </p:txBody>
      </p:sp>
      <p:sp>
        <p:nvSpPr>
          <p:cNvPr id="108" name="Rectangle 107">
            <a:extLst>
              <a:ext uri="{FF2B5EF4-FFF2-40B4-BE49-F238E27FC236}">
                <a16:creationId xmlns:a16="http://schemas.microsoft.com/office/drawing/2014/main" id="{E1838EE5-E960-CC8A-4450-18F6F4909F45}"/>
              </a:ext>
            </a:extLst>
          </p:cNvPr>
          <p:cNvSpPr/>
          <p:nvPr/>
        </p:nvSpPr>
        <p:spPr>
          <a:xfrm>
            <a:off x="7523708" y="727099"/>
            <a:ext cx="122076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9" name="TextBox 108">
            <a:extLst>
              <a:ext uri="{FF2B5EF4-FFF2-40B4-BE49-F238E27FC236}">
                <a16:creationId xmlns:a16="http://schemas.microsoft.com/office/drawing/2014/main" id="{BE7FF550-5F43-D068-6087-B422197AA520}"/>
              </a:ext>
            </a:extLst>
          </p:cNvPr>
          <p:cNvSpPr txBox="1"/>
          <p:nvPr/>
        </p:nvSpPr>
        <p:spPr>
          <a:xfrm>
            <a:off x="7518080" y="727099"/>
            <a:ext cx="1125801" cy="577081"/>
          </a:xfrm>
          <a:prstGeom prst="rect">
            <a:avLst/>
          </a:prstGeom>
          <a:noFill/>
        </p:spPr>
        <p:txBody>
          <a:bodyPr wrap="square" rtlCol="0">
            <a:spAutoFit/>
          </a:bodyPr>
          <a:lstStyle/>
          <a:p>
            <a:pPr algn="ctr"/>
            <a:r>
              <a:rPr lang="en-US" sz="1050" dirty="0"/>
              <a:t>Assess Relative Combat Power</a:t>
            </a:r>
          </a:p>
          <a:p>
            <a:pPr algn="ctr"/>
            <a:endParaRPr lang="en-US" sz="1050" dirty="0"/>
          </a:p>
        </p:txBody>
      </p:sp>
      <p:sp>
        <p:nvSpPr>
          <p:cNvPr id="110" name="Rectangle 109">
            <a:extLst>
              <a:ext uri="{FF2B5EF4-FFF2-40B4-BE49-F238E27FC236}">
                <a16:creationId xmlns:a16="http://schemas.microsoft.com/office/drawing/2014/main" id="{80A2F6AB-8C46-2C6D-0B1C-FFAC33795739}"/>
              </a:ext>
            </a:extLst>
          </p:cNvPr>
          <p:cNvSpPr/>
          <p:nvPr/>
        </p:nvSpPr>
        <p:spPr>
          <a:xfrm>
            <a:off x="6362881" y="727099"/>
            <a:ext cx="1038164"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1" name="TextBox 110">
            <a:extLst>
              <a:ext uri="{FF2B5EF4-FFF2-40B4-BE49-F238E27FC236}">
                <a16:creationId xmlns:a16="http://schemas.microsoft.com/office/drawing/2014/main" id="{5CDABE90-50F8-3F35-3890-F7A716159D09}"/>
              </a:ext>
            </a:extLst>
          </p:cNvPr>
          <p:cNvSpPr txBox="1"/>
          <p:nvPr/>
        </p:nvSpPr>
        <p:spPr>
          <a:xfrm>
            <a:off x="6404201" y="727099"/>
            <a:ext cx="955524" cy="738664"/>
          </a:xfrm>
          <a:prstGeom prst="rect">
            <a:avLst/>
          </a:prstGeom>
          <a:solidFill>
            <a:schemeClr val="bg1"/>
          </a:solidFill>
        </p:spPr>
        <p:txBody>
          <a:bodyPr wrap="square" rtlCol="0">
            <a:spAutoFit/>
          </a:bodyPr>
          <a:lstStyle/>
          <a:p>
            <a:pPr algn="ctr"/>
            <a:r>
              <a:rPr lang="en-US" sz="1050" dirty="0"/>
              <a:t>Array of Initial Forces</a:t>
            </a:r>
          </a:p>
          <a:p>
            <a:pPr algn="ctr"/>
            <a:r>
              <a:rPr lang="en-US" sz="1050" dirty="0"/>
              <a:t>Upload and Generated)</a:t>
            </a:r>
          </a:p>
        </p:txBody>
      </p:sp>
      <p:sp>
        <p:nvSpPr>
          <p:cNvPr id="130" name="Rectangle 129">
            <a:extLst>
              <a:ext uri="{FF2B5EF4-FFF2-40B4-BE49-F238E27FC236}">
                <a16:creationId xmlns:a16="http://schemas.microsoft.com/office/drawing/2014/main" id="{670013C1-C4C3-C4EF-66A3-4D81B4900ADE}"/>
              </a:ext>
            </a:extLst>
          </p:cNvPr>
          <p:cNvSpPr/>
          <p:nvPr/>
        </p:nvSpPr>
        <p:spPr>
          <a:xfrm>
            <a:off x="5077572" y="727099"/>
            <a:ext cx="1197280"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1" name="TextBox 130">
            <a:extLst>
              <a:ext uri="{FF2B5EF4-FFF2-40B4-BE49-F238E27FC236}">
                <a16:creationId xmlns:a16="http://schemas.microsoft.com/office/drawing/2014/main" id="{E8774681-E4C5-2DCD-C5DF-7373916B0677}"/>
              </a:ext>
            </a:extLst>
          </p:cNvPr>
          <p:cNvSpPr txBox="1"/>
          <p:nvPr/>
        </p:nvSpPr>
        <p:spPr>
          <a:xfrm>
            <a:off x="5066739" y="727099"/>
            <a:ext cx="1157650" cy="738664"/>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5994703C-5B56-4971-35B0-9FDCFBFE4D24}"/>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4CDA1711-C044-50CC-B678-D8054A3B510E}"/>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Analysis Steps</a:t>
            </a:r>
          </a:p>
        </p:txBody>
      </p:sp>
      <p:sp>
        <p:nvSpPr>
          <p:cNvPr id="30" name="Rectangle 29">
            <a:extLst>
              <a:ext uri="{FF2B5EF4-FFF2-40B4-BE49-F238E27FC236}">
                <a16:creationId xmlns:a16="http://schemas.microsoft.com/office/drawing/2014/main" id="{CCD6C90C-A652-1EF4-03FC-E4C14914A6DF}"/>
              </a:ext>
            </a:extLst>
          </p:cNvPr>
          <p:cNvSpPr/>
          <p:nvPr/>
        </p:nvSpPr>
        <p:spPr>
          <a:xfrm>
            <a:off x="3957284" y="727099"/>
            <a:ext cx="97452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1" name="TextBox 30">
            <a:extLst>
              <a:ext uri="{FF2B5EF4-FFF2-40B4-BE49-F238E27FC236}">
                <a16:creationId xmlns:a16="http://schemas.microsoft.com/office/drawing/2014/main" id="{2E87ABF8-E22C-341D-493F-70E048542CB6}"/>
              </a:ext>
            </a:extLst>
          </p:cNvPr>
          <p:cNvSpPr txBox="1"/>
          <p:nvPr/>
        </p:nvSpPr>
        <p:spPr>
          <a:xfrm>
            <a:off x="3986771" y="727099"/>
            <a:ext cx="896948" cy="577081"/>
          </a:xfrm>
          <a:prstGeom prst="rect">
            <a:avLst/>
          </a:prstGeom>
          <a:noFill/>
        </p:spPr>
        <p:txBody>
          <a:bodyPr wrap="square" rtlCol="0">
            <a:spAutoFit/>
          </a:bodyPr>
          <a:lstStyle/>
          <a:p>
            <a:pPr algn="ctr"/>
            <a:r>
              <a:rPr lang="en-US" sz="1050" dirty="0"/>
              <a:t>Broad Concept</a:t>
            </a:r>
          </a:p>
          <a:p>
            <a:pPr algn="ctr"/>
            <a:r>
              <a:rPr lang="en-US" sz="1050" dirty="0"/>
              <a:t>(Generated)</a:t>
            </a:r>
          </a:p>
        </p:txBody>
      </p:sp>
      <p:sp>
        <p:nvSpPr>
          <p:cNvPr id="33" name="Rectangle 32">
            <a:extLst>
              <a:ext uri="{FF2B5EF4-FFF2-40B4-BE49-F238E27FC236}">
                <a16:creationId xmlns:a16="http://schemas.microsoft.com/office/drawing/2014/main" id="{1BC612E9-6F83-2399-DCD7-965EBC5E22D2}"/>
              </a:ext>
            </a:extLst>
          </p:cNvPr>
          <p:cNvSpPr/>
          <p:nvPr/>
        </p:nvSpPr>
        <p:spPr>
          <a:xfrm>
            <a:off x="2781479" y="727099"/>
            <a:ext cx="107269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4" name="TextBox 33">
            <a:extLst>
              <a:ext uri="{FF2B5EF4-FFF2-40B4-BE49-F238E27FC236}">
                <a16:creationId xmlns:a16="http://schemas.microsoft.com/office/drawing/2014/main" id="{CE1D0379-1544-6C40-9248-3A43996D498E}"/>
              </a:ext>
            </a:extLst>
          </p:cNvPr>
          <p:cNvSpPr txBox="1"/>
          <p:nvPr/>
        </p:nvSpPr>
        <p:spPr>
          <a:xfrm>
            <a:off x="2822077" y="727099"/>
            <a:ext cx="987310" cy="738664"/>
          </a:xfrm>
          <a:prstGeom prst="rect">
            <a:avLst/>
          </a:prstGeom>
          <a:noFill/>
        </p:spPr>
        <p:txBody>
          <a:bodyPr wrap="square" rtlCol="0">
            <a:spAutoFit/>
          </a:bodyPr>
          <a:lstStyle/>
          <a:p>
            <a:pPr algn="ctr"/>
            <a:r>
              <a:rPr lang="en-US" sz="1050" dirty="0"/>
              <a:t>Correlation of Forces and Means</a:t>
            </a:r>
          </a:p>
          <a:p>
            <a:pPr algn="ctr"/>
            <a:r>
              <a:rPr lang="en-US" sz="1050" dirty="0"/>
              <a:t>(Generated)</a:t>
            </a:r>
          </a:p>
        </p:txBody>
      </p:sp>
      <p:sp>
        <p:nvSpPr>
          <p:cNvPr id="35" name="Rectangle 34">
            <a:extLst>
              <a:ext uri="{FF2B5EF4-FFF2-40B4-BE49-F238E27FC236}">
                <a16:creationId xmlns:a16="http://schemas.microsoft.com/office/drawing/2014/main" id="{A4C9B9DC-918F-85E2-DFA1-53B92C9124D6}"/>
              </a:ext>
            </a:extLst>
          </p:cNvPr>
          <p:cNvSpPr/>
          <p:nvPr/>
        </p:nvSpPr>
        <p:spPr>
          <a:xfrm>
            <a:off x="1646909" y="727099"/>
            <a:ext cx="99379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6" name="TextBox 35">
            <a:extLst>
              <a:ext uri="{FF2B5EF4-FFF2-40B4-BE49-F238E27FC236}">
                <a16:creationId xmlns:a16="http://schemas.microsoft.com/office/drawing/2014/main" id="{64ACF7C1-A35D-116E-1D67-1F5EC49BEC24}"/>
              </a:ext>
            </a:extLst>
          </p:cNvPr>
          <p:cNvSpPr txBox="1"/>
          <p:nvPr/>
        </p:nvSpPr>
        <p:spPr>
          <a:xfrm>
            <a:off x="1528050" y="727099"/>
            <a:ext cx="1144739" cy="577081"/>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37" name="Rectangle 36">
            <a:extLst>
              <a:ext uri="{FF2B5EF4-FFF2-40B4-BE49-F238E27FC236}">
                <a16:creationId xmlns:a16="http://schemas.microsoft.com/office/drawing/2014/main" id="{A5509E2D-434F-E303-30E5-DEDD176BCED5}"/>
              </a:ext>
            </a:extLst>
          </p:cNvPr>
          <p:cNvSpPr/>
          <p:nvPr/>
        </p:nvSpPr>
        <p:spPr>
          <a:xfrm>
            <a:off x="152062" y="727099"/>
            <a:ext cx="123198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6" name="TextBox 45">
            <a:extLst>
              <a:ext uri="{FF2B5EF4-FFF2-40B4-BE49-F238E27FC236}">
                <a16:creationId xmlns:a16="http://schemas.microsoft.com/office/drawing/2014/main" id="{CBB358B7-6779-D72C-02D3-1CEFC89E5B18}"/>
              </a:ext>
            </a:extLst>
          </p:cNvPr>
          <p:cNvSpPr txBox="1"/>
          <p:nvPr/>
        </p:nvSpPr>
        <p:spPr>
          <a:xfrm>
            <a:off x="296399" y="727099"/>
            <a:ext cx="1133917" cy="415498"/>
          </a:xfrm>
          <a:prstGeom prst="rect">
            <a:avLst/>
          </a:prstGeom>
          <a:noFill/>
        </p:spPr>
        <p:txBody>
          <a:bodyPr wrap="square" rtlCol="0">
            <a:spAutoFit/>
          </a:bodyPr>
          <a:lstStyle/>
          <a:p>
            <a:pPr algn="ctr"/>
            <a:r>
              <a:rPr lang="en-US" sz="1050" dirty="0"/>
              <a:t>Identified Tasks</a:t>
            </a:r>
          </a:p>
          <a:p>
            <a:pPr algn="ctr"/>
            <a:r>
              <a:rPr lang="en-US" sz="1050" dirty="0"/>
              <a:t>(Generated)</a:t>
            </a:r>
          </a:p>
        </p:txBody>
      </p:sp>
      <p:sp>
        <p:nvSpPr>
          <p:cNvPr id="11" name="Rectangle 10">
            <a:extLst>
              <a:ext uri="{FF2B5EF4-FFF2-40B4-BE49-F238E27FC236}">
                <a16:creationId xmlns:a16="http://schemas.microsoft.com/office/drawing/2014/main" id="{1789442D-5559-8829-CC25-1887464D26BD}"/>
              </a:ext>
            </a:extLst>
          </p:cNvPr>
          <p:cNvSpPr/>
          <p:nvPr/>
        </p:nvSpPr>
        <p:spPr>
          <a:xfrm>
            <a:off x="216045" y="1656608"/>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7573BB35-7D7C-79A2-1B03-E82531AD5667}"/>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39" name="TextBox 38">
            <a:extLst>
              <a:ext uri="{FF2B5EF4-FFF2-40B4-BE49-F238E27FC236}">
                <a16:creationId xmlns:a16="http://schemas.microsoft.com/office/drawing/2014/main" id="{816F55F5-24DB-5983-92B6-5E26BADD3F74}"/>
              </a:ext>
            </a:extLst>
          </p:cNvPr>
          <p:cNvSpPr txBox="1"/>
          <p:nvPr/>
        </p:nvSpPr>
        <p:spPr>
          <a:xfrm>
            <a:off x="429682" y="3066048"/>
            <a:ext cx="8857189" cy="646331"/>
          </a:xfrm>
          <a:prstGeom prst="rect">
            <a:avLst/>
          </a:prstGeom>
          <a:noFill/>
        </p:spPr>
        <p:txBody>
          <a:bodyPr wrap="square" rtlCol="0">
            <a:spAutoFit/>
          </a:bodyPr>
          <a:lstStyle/>
          <a:p>
            <a:r>
              <a:rPr lang="en-US" dirty="0"/>
              <a:t>Prompt: Using dependencies and Title and short description of operations, Wargame the operation with all methods available with associated results for each method.</a:t>
            </a:r>
          </a:p>
        </p:txBody>
      </p:sp>
    </p:spTree>
    <p:extLst>
      <p:ext uri="{BB962C8B-B14F-4D97-AF65-F5344CB8AC3E}">
        <p14:creationId xmlns:p14="http://schemas.microsoft.com/office/powerpoint/2010/main" val="771979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7C82A-6005-A86E-4353-4D4012C70603}"/>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A2BA5141-F9F4-711F-2C73-9AC2A4D4911B}"/>
              </a:ext>
            </a:extLst>
          </p:cNvPr>
          <p:cNvSpPr txBox="1"/>
          <p:nvPr/>
        </p:nvSpPr>
        <p:spPr>
          <a:xfrm>
            <a:off x="726140" y="0"/>
            <a:ext cx="1517660" cy="369332"/>
          </a:xfrm>
          <a:prstGeom prst="rect">
            <a:avLst/>
          </a:prstGeom>
          <a:noFill/>
        </p:spPr>
        <p:txBody>
          <a:bodyPr wrap="none" rtlCol="0">
            <a:spAutoFit/>
          </a:bodyPr>
          <a:lstStyle/>
          <a:p>
            <a:r>
              <a:rPr lang="en-US" dirty="0"/>
              <a:t>COA Analysis</a:t>
            </a:r>
          </a:p>
        </p:txBody>
      </p:sp>
      <p:sp>
        <p:nvSpPr>
          <p:cNvPr id="2" name="Rectangle 1">
            <a:extLst>
              <a:ext uri="{FF2B5EF4-FFF2-40B4-BE49-F238E27FC236}">
                <a16:creationId xmlns:a16="http://schemas.microsoft.com/office/drawing/2014/main" id="{1E09036F-937F-A796-A0FF-7B5C94F7B20F}"/>
              </a:ext>
            </a:extLst>
          </p:cNvPr>
          <p:cNvSpPr/>
          <p:nvPr/>
        </p:nvSpPr>
        <p:spPr>
          <a:xfrm>
            <a:off x="10195011" y="720361"/>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 name="TextBox 2">
            <a:extLst>
              <a:ext uri="{FF2B5EF4-FFF2-40B4-BE49-F238E27FC236}">
                <a16:creationId xmlns:a16="http://schemas.microsoft.com/office/drawing/2014/main" id="{58815E95-E3F6-2B0E-79CB-4CB56E8B266C}"/>
              </a:ext>
            </a:extLst>
          </p:cNvPr>
          <p:cNvSpPr txBox="1"/>
          <p:nvPr/>
        </p:nvSpPr>
        <p:spPr>
          <a:xfrm>
            <a:off x="10402149" y="959504"/>
            <a:ext cx="1658471" cy="415498"/>
          </a:xfrm>
          <a:prstGeom prst="rect">
            <a:avLst/>
          </a:prstGeom>
          <a:noFill/>
        </p:spPr>
        <p:txBody>
          <a:bodyPr wrap="square" rtlCol="0">
            <a:spAutoFit/>
          </a:bodyPr>
          <a:lstStyle/>
          <a:p>
            <a:pPr algn="ctr"/>
            <a:r>
              <a:rPr lang="en-US" sz="1050" dirty="0"/>
              <a:t>Wargaming Assessment and Results</a:t>
            </a:r>
          </a:p>
        </p:txBody>
      </p:sp>
      <p:sp>
        <p:nvSpPr>
          <p:cNvPr id="114" name="Rectangle 113">
            <a:extLst>
              <a:ext uri="{FF2B5EF4-FFF2-40B4-BE49-F238E27FC236}">
                <a16:creationId xmlns:a16="http://schemas.microsoft.com/office/drawing/2014/main" id="{F147C469-79DB-5D74-E007-CC5C6664DFBE}"/>
              </a:ext>
            </a:extLst>
          </p:cNvPr>
          <p:cNvSpPr/>
          <p:nvPr/>
        </p:nvSpPr>
        <p:spPr>
          <a:xfrm>
            <a:off x="8302150" y="71868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5" name="TextBox 114">
            <a:extLst>
              <a:ext uri="{FF2B5EF4-FFF2-40B4-BE49-F238E27FC236}">
                <a16:creationId xmlns:a16="http://schemas.microsoft.com/office/drawing/2014/main" id="{04125B19-1A8F-45DB-48DB-61EB30DE75A4}"/>
              </a:ext>
            </a:extLst>
          </p:cNvPr>
          <p:cNvSpPr txBox="1"/>
          <p:nvPr/>
        </p:nvSpPr>
        <p:spPr>
          <a:xfrm>
            <a:off x="8373866" y="880051"/>
            <a:ext cx="1658471" cy="577081"/>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a:p>
            <a:pPr algn="ctr"/>
            <a:endParaRPr lang="en-US" sz="1050" dirty="0"/>
          </a:p>
        </p:txBody>
      </p:sp>
      <p:sp>
        <p:nvSpPr>
          <p:cNvPr id="146" name="Rectangle 145">
            <a:extLst>
              <a:ext uri="{FF2B5EF4-FFF2-40B4-BE49-F238E27FC236}">
                <a16:creationId xmlns:a16="http://schemas.microsoft.com/office/drawing/2014/main" id="{CC7311E3-FA8D-A492-2B2C-EC5E6ECB9FE1}"/>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DC852402-5153-DA9F-761C-F68CF29DF3A6}"/>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Analysis Steps</a:t>
            </a:r>
          </a:p>
        </p:txBody>
      </p:sp>
      <p:sp>
        <p:nvSpPr>
          <p:cNvPr id="48" name="Rectangle 47">
            <a:extLst>
              <a:ext uri="{FF2B5EF4-FFF2-40B4-BE49-F238E27FC236}">
                <a16:creationId xmlns:a16="http://schemas.microsoft.com/office/drawing/2014/main" id="{472FD3F3-126F-1169-E892-8A2455E27297}"/>
              </a:ext>
            </a:extLst>
          </p:cNvPr>
          <p:cNvSpPr/>
          <p:nvPr/>
        </p:nvSpPr>
        <p:spPr>
          <a:xfrm>
            <a:off x="6347084" y="714067"/>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9" name="TextBox 48">
            <a:extLst>
              <a:ext uri="{FF2B5EF4-FFF2-40B4-BE49-F238E27FC236}">
                <a16:creationId xmlns:a16="http://schemas.microsoft.com/office/drawing/2014/main" id="{7D0A4021-8590-8688-2456-F6C29EC7604A}"/>
              </a:ext>
            </a:extLst>
          </p:cNvPr>
          <p:cNvSpPr txBox="1"/>
          <p:nvPr/>
        </p:nvSpPr>
        <p:spPr>
          <a:xfrm>
            <a:off x="6554222" y="953210"/>
            <a:ext cx="1658471" cy="415498"/>
          </a:xfrm>
          <a:prstGeom prst="rect">
            <a:avLst/>
          </a:prstGeom>
          <a:noFill/>
        </p:spPr>
        <p:txBody>
          <a:bodyPr wrap="square" rtlCol="0">
            <a:spAutoFit/>
          </a:bodyPr>
          <a:lstStyle/>
          <a:p>
            <a:pPr algn="ctr"/>
            <a:r>
              <a:rPr lang="en-US" sz="1050" dirty="0"/>
              <a:t>Wargaming Method and results display</a:t>
            </a:r>
          </a:p>
        </p:txBody>
      </p:sp>
      <p:sp>
        <p:nvSpPr>
          <p:cNvPr id="11" name="Rectangle 10">
            <a:extLst>
              <a:ext uri="{FF2B5EF4-FFF2-40B4-BE49-F238E27FC236}">
                <a16:creationId xmlns:a16="http://schemas.microsoft.com/office/drawing/2014/main" id="{489073C1-95EF-B025-1720-4DD58AEAF380}"/>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94EC451-D0D1-15D9-B3DA-1675A00663C7}"/>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39" name="TextBox 38">
            <a:extLst>
              <a:ext uri="{FF2B5EF4-FFF2-40B4-BE49-F238E27FC236}">
                <a16:creationId xmlns:a16="http://schemas.microsoft.com/office/drawing/2014/main" id="{F8E1E1A1-2DF0-C39C-68DC-2E8EF82038E3}"/>
              </a:ext>
            </a:extLst>
          </p:cNvPr>
          <p:cNvSpPr txBox="1"/>
          <p:nvPr/>
        </p:nvSpPr>
        <p:spPr>
          <a:xfrm>
            <a:off x="429682" y="3066048"/>
            <a:ext cx="8857189" cy="646331"/>
          </a:xfrm>
          <a:prstGeom prst="rect">
            <a:avLst/>
          </a:prstGeom>
          <a:noFill/>
        </p:spPr>
        <p:txBody>
          <a:bodyPr wrap="square" rtlCol="0">
            <a:spAutoFit/>
          </a:bodyPr>
          <a:lstStyle/>
          <a:p>
            <a:r>
              <a:rPr lang="en-US" dirty="0"/>
              <a:t>Prompt: using dependencies, assess the results of Wargaming to include pros and cons for each and a recommended ‘best’ result based on the assessment.</a:t>
            </a:r>
          </a:p>
        </p:txBody>
      </p:sp>
    </p:spTree>
    <p:extLst>
      <p:ext uri="{BB962C8B-B14F-4D97-AF65-F5344CB8AC3E}">
        <p14:creationId xmlns:p14="http://schemas.microsoft.com/office/powerpoint/2010/main" val="25576051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27712-E900-873F-2576-5731AEDA3676}"/>
            </a:ext>
          </a:extLst>
        </p:cNvPr>
        <p:cNvGrpSpPr/>
        <p:nvPr/>
      </p:nvGrpSpPr>
      <p:grpSpPr>
        <a:xfrm>
          <a:off x="0" y="0"/>
          <a:ext cx="0" cy="0"/>
          <a:chOff x="0" y="0"/>
          <a:chExt cx="0" cy="0"/>
        </a:xfrm>
      </p:grpSpPr>
      <p:cxnSp>
        <p:nvCxnSpPr>
          <p:cNvPr id="140" name="Straight Arrow Connector 139">
            <a:extLst>
              <a:ext uri="{FF2B5EF4-FFF2-40B4-BE49-F238E27FC236}">
                <a16:creationId xmlns:a16="http://schemas.microsoft.com/office/drawing/2014/main" id="{6F223013-D8E5-48F0-3725-209B89F11107}"/>
              </a:ext>
            </a:extLst>
          </p:cNvPr>
          <p:cNvCxnSpPr>
            <a:cxnSpLocks/>
          </p:cNvCxnSpPr>
          <p:nvPr/>
        </p:nvCxnSpPr>
        <p:spPr>
          <a:xfrm flipV="1">
            <a:off x="8193740" y="4727274"/>
            <a:ext cx="20582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9" name="Straight Arrow Connector 138">
            <a:extLst>
              <a:ext uri="{FF2B5EF4-FFF2-40B4-BE49-F238E27FC236}">
                <a16:creationId xmlns:a16="http://schemas.microsoft.com/office/drawing/2014/main" id="{7A599277-1C41-3C97-377E-3390A8FDA880}"/>
              </a:ext>
            </a:extLst>
          </p:cNvPr>
          <p:cNvCxnSpPr>
            <a:cxnSpLocks/>
          </p:cNvCxnSpPr>
          <p:nvPr/>
        </p:nvCxnSpPr>
        <p:spPr>
          <a:xfrm>
            <a:off x="226000" y="4030902"/>
            <a:ext cx="10005017" cy="18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FF9E7C7E-7ADA-08BB-40CE-49F43112809F}"/>
              </a:ext>
            </a:extLst>
          </p:cNvPr>
          <p:cNvCxnSpPr>
            <a:cxnSpLocks/>
          </p:cNvCxnSpPr>
          <p:nvPr/>
        </p:nvCxnSpPr>
        <p:spPr>
          <a:xfrm flipV="1">
            <a:off x="1960983" y="3030382"/>
            <a:ext cx="8321542" cy="52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6" name="Straight Arrow Connector 135">
            <a:extLst>
              <a:ext uri="{FF2B5EF4-FFF2-40B4-BE49-F238E27FC236}">
                <a16:creationId xmlns:a16="http://schemas.microsoft.com/office/drawing/2014/main" id="{E30E85EF-B62E-AC9B-B4BF-9403D9C93077}"/>
              </a:ext>
            </a:extLst>
          </p:cNvPr>
          <p:cNvCxnSpPr>
            <a:cxnSpLocks/>
          </p:cNvCxnSpPr>
          <p:nvPr/>
        </p:nvCxnSpPr>
        <p:spPr>
          <a:xfrm flipV="1">
            <a:off x="362139" y="2143650"/>
            <a:ext cx="9892432" cy="124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9DE6176D-997F-8851-712B-F61E11AB4C9F}"/>
              </a:ext>
            </a:extLst>
          </p:cNvPr>
          <p:cNvCxnSpPr>
            <a:cxnSpLocks/>
            <a:stCxn id="8" idx="1"/>
          </p:cNvCxnSpPr>
          <p:nvPr/>
        </p:nvCxnSpPr>
        <p:spPr>
          <a:xfrm flipV="1">
            <a:off x="2558185" y="1184720"/>
            <a:ext cx="7652622" cy="208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91FA3B30-FAF7-B042-8747-3BE5B18EA3C9}"/>
              </a:ext>
            </a:extLst>
          </p:cNvPr>
          <p:cNvSpPr/>
          <p:nvPr/>
        </p:nvSpPr>
        <p:spPr>
          <a:xfrm>
            <a:off x="10210808" y="78081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 name="Rectangle 4">
            <a:extLst>
              <a:ext uri="{FF2B5EF4-FFF2-40B4-BE49-F238E27FC236}">
                <a16:creationId xmlns:a16="http://schemas.microsoft.com/office/drawing/2014/main" id="{66C8DDEF-48D3-043F-8010-FFC7747CD027}"/>
              </a:ext>
            </a:extLst>
          </p:cNvPr>
          <p:cNvSpPr/>
          <p:nvPr/>
        </p:nvSpPr>
        <p:spPr>
          <a:xfrm>
            <a:off x="10210808" y="166743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 name="Rectangle 5">
            <a:extLst>
              <a:ext uri="{FF2B5EF4-FFF2-40B4-BE49-F238E27FC236}">
                <a16:creationId xmlns:a16="http://schemas.microsoft.com/office/drawing/2014/main" id="{5F979E91-7644-C7D4-88EC-C67513616A01}"/>
              </a:ext>
            </a:extLst>
          </p:cNvPr>
          <p:cNvSpPr/>
          <p:nvPr/>
        </p:nvSpPr>
        <p:spPr>
          <a:xfrm>
            <a:off x="10210808" y="253252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 name="Rectangle 6">
            <a:extLst>
              <a:ext uri="{FF2B5EF4-FFF2-40B4-BE49-F238E27FC236}">
                <a16:creationId xmlns:a16="http://schemas.microsoft.com/office/drawing/2014/main" id="{67AD0E25-5EB8-063B-D093-3E703A745530}"/>
              </a:ext>
            </a:extLst>
          </p:cNvPr>
          <p:cNvSpPr/>
          <p:nvPr/>
        </p:nvSpPr>
        <p:spPr>
          <a:xfrm>
            <a:off x="10223508" y="3432591"/>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893A92EE-6592-B37F-1E27-1F137B3F3AAD}"/>
              </a:ext>
            </a:extLst>
          </p:cNvPr>
          <p:cNvSpPr txBox="1"/>
          <p:nvPr/>
        </p:nvSpPr>
        <p:spPr>
          <a:xfrm>
            <a:off x="10282525" y="848089"/>
            <a:ext cx="1658471" cy="253916"/>
          </a:xfrm>
          <a:prstGeom prst="rect">
            <a:avLst/>
          </a:prstGeom>
          <a:noFill/>
        </p:spPr>
        <p:txBody>
          <a:bodyPr wrap="square" rtlCol="0">
            <a:spAutoFit/>
          </a:bodyPr>
          <a:lstStyle/>
          <a:p>
            <a:pPr algn="ctr"/>
            <a:r>
              <a:rPr lang="en-US" sz="1050" dirty="0"/>
              <a:t>Evaluation Criteria</a:t>
            </a:r>
          </a:p>
        </p:txBody>
      </p:sp>
      <p:sp>
        <p:nvSpPr>
          <p:cNvPr id="19" name="TextBox 18">
            <a:extLst>
              <a:ext uri="{FF2B5EF4-FFF2-40B4-BE49-F238E27FC236}">
                <a16:creationId xmlns:a16="http://schemas.microsoft.com/office/drawing/2014/main" id="{D862EDF3-A1E0-BEC2-720A-0B17D635E52B}"/>
              </a:ext>
            </a:extLst>
          </p:cNvPr>
          <p:cNvSpPr txBox="1"/>
          <p:nvPr/>
        </p:nvSpPr>
        <p:spPr>
          <a:xfrm>
            <a:off x="10346227" y="1828801"/>
            <a:ext cx="1658471" cy="253916"/>
          </a:xfrm>
          <a:prstGeom prst="rect">
            <a:avLst/>
          </a:prstGeom>
          <a:noFill/>
        </p:spPr>
        <p:txBody>
          <a:bodyPr wrap="square" rtlCol="0">
            <a:spAutoFit/>
          </a:bodyPr>
          <a:lstStyle/>
          <a:p>
            <a:pPr algn="ctr"/>
            <a:r>
              <a:rPr lang="en-US" sz="1050" dirty="0"/>
              <a:t>Compare COAs</a:t>
            </a:r>
          </a:p>
        </p:txBody>
      </p:sp>
      <p:sp>
        <p:nvSpPr>
          <p:cNvPr id="20" name="TextBox 19">
            <a:extLst>
              <a:ext uri="{FF2B5EF4-FFF2-40B4-BE49-F238E27FC236}">
                <a16:creationId xmlns:a16="http://schemas.microsoft.com/office/drawing/2014/main" id="{DB79B01C-6A69-554A-5D7C-FF73B7693922}"/>
              </a:ext>
            </a:extLst>
          </p:cNvPr>
          <p:cNvSpPr txBox="1"/>
          <p:nvPr/>
        </p:nvSpPr>
        <p:spPr>
          <a:xfrm>
            <a:off x="10417946" y="2808983"/>
            <a:ext cx="1658471" cy="253916"/>
          </a:xfrm>
          <a:prstGeom prst="rect">
            <a:avLst/>
          </a:prstGeom>
          <a:noFill/>
        </p:spPr>
        <p:txBody>
          <a:bodyPr wrap="square" rtlCol="0">
            <a:spAutoFit/>
          </a:bodyPr>
          <a:lstStyle/>
          <a:p>
            <a:pPr algn="ctr"/>
            <a:r>
              <a:rPr lang="en-US" sz="1050" dirty="0"/>
              <a:t>Decision Matrix</a:t>
            </a:r>
          </a:p>
        </p:txBody>
      </p:sp>
      <p:sp>
        <p:nvSpPr>
          <p:cNvPr id="21" name="TextBox 20">
            <a:extLst>
              <a:ext uri="{FF2B5EF4-FFF2-40B4-BE49-F238E27FC236}">
                <a16:creationId xmlns:a16="http://schemas.microsoft.com/office/drawing/2014/main" id="{5A49E3DE-7505-5859-005A-E4774EE71F78}"/>
              </a:ext>
            </a:extLst>
          </p:cNvPr>
          <p:cNvSpPr txBox="1"/>
          <p:nvPr/>
        </p:nvSpPr>
        <p:spPr>
          <a:xfrm>
            <a:off x="10430646" y="3671734"/>
            <a:ext cx="1658471" cy="253916"/>
          </a:xfrm>
          <a:prstGeom prst="rect">
            <a:avLst/>
          </a:prstGeom>
          <a:noFill/>
        </p:spPr>
        <p:txBody>
          <a:bodyPr wrap="square" rtlCol="0">
            <a:spAutoFit/>
          </a:bodyPr>
          <a:lstStyle/>
          <a:p>
            <a:pPr algn="ctr"/>
            <a:r>
              <a:rPr lang="en-US" sz="1050" dirty="0"/>
              <a:t>Selection</a:t>
            </a:r>
          </a:p>
        </p:txBody>
      </p:sp>
      <p:sp>
        <p:nvSpPr>
          <p:cNvPr id="29" name="TextBox 28">
            <a:extLst>
              <a:ext uri="{FF2B5EF4-FFF2-40B4-BE49-F238E27FC236}">
                <a16:creationId xmlns:a16="http://schemas.microsoft.com/office/drawing/2014/main" id="{F2939CE6-B156-286B-E12A-49756FCD8E8B}"/>
              </a:ext>
            </a:extLst>
          </p:cNvPr>
          <p:cNvSpPr txBox="1"/>
          <p:nvPr/>
        </p:nvSpPr>
        <p:spPr>
          <a:xfrm>
            <a:off x="4994397" y="-16579"/>
            <a:ext cx="1924566" cy="369332"/>
          </a:xfrm>
          <a:prstGeom prst="rect">
            <a:avLst/>
          </a:prstGeom>
          <a:noFill/>
        </p:spPr>
        <p:txBody>
          <a:bodyPr wrap="none" rtlCol="0">
            <a:spAutoFit/>
          </a:bodyPr>
          <a:lstStyle/>
          <a:p>
            <a:r>
              <a:rPr lang="en-US" dirty="0"/>
              <a:t>COA Comparison</a:t>
            </a:r>
          </a:p>
        </p:txBody>
      </p:sp>
      <p:sp>
        <p:nvSpPr>
          <p:cNvPr id="2" name="Rectangle 1">
            <a:extLst>
              <a:ext uri="{FF2B5EF4-FFF2-40B4-BE49-F238E27FC236}">
                <a16:creationId xmlns:a16="http://schemas.microsoft.com/office/drawing/2014/main" id="{6A4F3485-AE41-3030-CC9D-FEECA4FB1F95}"/>
              </a:ext>
            </a:extLst>
          </p:cNvPr>
          <p:cNvSpPr/>
          <p:nvPr/>
        </p:nvSpPr>
        <p:spPr>
          <a:xfrm>
            <a:off x="10210808" y="434016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 name="TextBox 2">
            <a:extLst>
              <a:ext uri="{FF2B5EF4-FFF2-40B4-BE49-F238E27FC236}">
                <a16:creationId xmlns:a16="http://schemas.microsoft.com/office/drawing/2014/main" id="{F440AA15-4D77-4562-AAF0-AE78AC749DA0}"/>
              </a:ext>
            </a:extLst>
          </p:cNvPr>
          <p:cNvSpPr txBox="1"/>
          <p:nvPr/>
        </p:nvSpPr>
        <p:spPr>
          <a:xfrm>
            <a:off x="10417946" y="4579307"/>
            <a:ext cx="1658471" cy="415498"/>
          </a:xfrm>
          <a:prstGeom prst="rect">
            <a:avLst/>
          </a:prstGeom>
          <a:noFill/>
        </p:spPr>
        <p:txBody>
          <a:bodyPr wrap="square" rtlCol="0">
            <a:spAutoFit/>
          </a:bodyPr>
          <a:lstStyle/>
          <a:p>
            <a:pPr algn="ctr"/>
            <a:r>
              <a:rPr lang="en-US" sz="1050" dirty="0"/>
              <a:t>Updated </a:t>
            </a:r>
            <a:br>
              <a:rPr lang="en-US" sz="1050" dirty="0"/>
            </a:br>
            <a:r>
              <a:rPr lang="en-US" sz="1050" dirty="0"/>
              <a:t>Documentation</a:t>
            </a:r>
          </a:p>
        </p:txBody>
      </p:sp>
      <p:sp>
        <p:nvSpPr>
          <p:cNvPr id="40" name="Rectangle 39">
            <a:extLst>
              <a:ext uri="{FF2B5EF4-FFF2-40B4-BE49-F238E27FC236}">
                <a16:creationId xmlns:a16="http://schemas.microsoft.com/office/drawing/2014/main" id="{F819562F-BDBD-608D-34A8-0D70987409A6}"/>
              </a:ext>
            </a:extLst>
          </p:cNvPr>
          <p:cNvSpPr/>
          <p:nvPr/>
        </p:nvSpPr>
        <p:spPr>
          <a:xfrm>
            <a:off x="8287878" y="80771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1" name="TextBox 40">
            <a:extLst>
              <a:ext uri="{FF2B5EF4-FFF2-40B4-BE49-F238E27FC236}">
                <a16:creationId xmlns:a16="http://schemas.microsoft.com/office/drawing/2014/main" id="{4273A5C2-F11D-843C-6873-C226FF7107CC}"/>
              </a:ext>
            </a:extLst>
          </p:cNvPr>
          <p:cNvSpPr txBox="1"/>
          <p:nvPr/>
        </p:nvSpPr>
        <p:spPr>
          <a:xfrm>
            <a:off x="8359595" y="1015462"/>
            <a:ext cx="1658471" cy="415498"/>
          </a:xfrm>
          <a:prstGeom prst="rect">
            <a:avLst/>
          </a:prstGeom>
          <a:solidFill>
            <a:schemeClr val="bg1"/>
          </a:solidFill>
        </p:spPr>
        <p:txBody>
          <a:bodyPr wrap="square" rtlCol="0">
            <a:spAutoFit/>
          </a:bodyPr>
          <a:lstStyle/>
          <a:p>
            <a:pPr algn="ctr"/>
            <a:r>
              <a:rPr lang="en-US" sz="1050" dirty="0"/>
              <a:t>Operation Details</a:t>
            </a:r>
          </a:p>
          <a:p>
            <a:pPr algn="ctr"/>
            <a:r>
              <a:rPr lang="en-US" sz="1050" dirty="0"/>
              <a:t>(Upload and OSINT)</a:t>
            </a:r>
          </a:p>
        </p:txBody>
      </p:sp>
      <p:sp>
        <p:nvSpPr>
          <p:cNvPr id="66" name="Rectangle 65">
            <a:extLst>
              <a:ext uri="{FF2B5EF4-FFF2-40B4-BE49-F238E27FC236}">
                <a16:creationId xmlns:a16="http://schemas.microsoft.com/office/drawing/2014/main" id="{DD7744FE-4155-8B48-FC04-10AD3F7F82D3}"/>
              </a:ext>
            </a:extLst>
          </p:cNvPr>
          <p:cNvSpPr/>
          <p:nvPr/>
        </p:nvSpPr>
        <p:spPr>
          <a:xfrm>
            <a:off x="4501031" y="174314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7" name="TextBox 66">
            <a:extLst>
              <a:ext uri="{FF2B5EF4-FFF2-40B4-BE49-F238E27FC236}">
                <a16:creationId xmlns:a16="http://schemas.microsoft.com/office/drawing/2014/main" id="{DCE3581D-501C-C81D-3B48-DBD346DB7DD4}"/>
              </a:ext>
            </a:extLst>
          </p:cNvPr>
          <p:cNvSpPr txBox="1"/>
          <p:nvPr/>
        </p:nvSpPr>
        <p:spPr>
          <a:xfrm>
            <a:off x="4572748" y="1810413"/>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70" name="Rectangle 69">
            <a:extLst>
              <a:ext uri="{FF2B5EF4-FFF2-40B4-BE49-F238E27FC236}">
                <a16:creationId xmlns:a16="http://schemas.microsoft.com/office/drawing/2014/main" id="{BDD8883E-4D31-AE94-AF56-EE371274B77C}"/>
              </a:ext>
            </a:extLst>
          </p:cNvPr>
          <p:cNvSpPr/>
          <p:nvPr/>
        </p:nvSpPr>
        <p:spPr>
          <a:xfrm>
            <a:off x="6391834" y="172907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1" name="TextBox 70">
            <a:extLst>
              <a:ext uri="{FF2B5EF4-FFF2-40B4-BE49-F238E27FC236}">
                <a16:creationId xmlns:a16="http://schemas.microsoft.com/office/drawing/2014/main" id="{36235701-B695-1DE4-80D9-A6D16AA61FB7}"/>
              </a:ext>
            </a:extLst>
          </p:cNvPr>
          <p:cNvSpPr txBox="1"/>
          <p:nvPr/>
        </p:nvSpPr>
        <p:spPr>
          <a:xfrm>
            <a:off x="6463551" y="1924736"/>
            <a:ext cx="1658471" cy="415498"/>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72" name="Rectangle 71">
            <a:extLst>
              <a:ext uri="{FF2B5EF4-FFF2-40B4-BE49-F238E27FC236}">
                <a16:creationId xmlns:a16="http://schemas.microsoft.com/office/drawing/2014/main" id="{3A2892AA-D275-4061-6BB3-6ADC9BF2FC04}"/>
              </a:ext>
            </a:extLst>
          </p:cNvPr>
          <p:cNvSpPr/>
          <p:nvPr/>
        </p:nvSpPr>
        <p:spPr>
          <a:xfrm>
            <a:off x="8324483" y="172570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3" name="TextBox 72">
            <a:extLst>
              <a:ext uri="{FF2B5EF4-FFF2-40B4-BE49-F238E27FC236}">
                <a16:creationId xmlns:a16="http://schemas.microsoft.com/office/drawing/2014/main" id="{7F155868-1EBF-3C5B-5E30-20BAB121E111}"/>
              </a:ext>
            </a:extLst>
          </p:cNvPr>
          <p:cNvSpPr txBox="1"/>
          <p:nvPr/>
        </p:nvSpPr>
        <p:spPr>
          <a:xfrm>
            <a:off x="8362208" y="1800343"/>
            <a:ext cx="1658471" cy="577081"/>
          </a:xfrm>
          <a:prstGeom prst="rect">
            <a:avLst/>
          </a:prstGeom>
          <a:noFill/>
        </p:spPr>
        <p:txBody>
          <a:bodyPr wrap="square" rtlCol="0">
            <a:spAutoFit/>
          </a:bodyPr>
          <a:lstStyle/>
          <a:p>
            <a:pPr algn="ctr"/>
            <a:r>
              <a:rPr lang="en-US" sz="1050" dirty="0"/>
              <a:t>CDR’s Standing Orders and Guidance</a:t>
            </a:r>
          </a:p>
          <a:p>
            <a:pPr algn="ctr"/>
            <a:r>
              <a:rPr lang="en-US" sz="1050" dirty="0"/>
              <a:t>(Uploads)</a:t>
            </a:r>
          </a:p>
        </p:txBody>
      </p:sp>
      <p:sp>
        <p:nvSpPr>
          <p:cNvPr id="91" name="Rectangle 90">
            <a:extLst>
              <a:ext uri="{FF2B5EF4-FFF2-40B4-BE49-F238E27FC236}">
                <a16:creationId xmlns:a16="http://schemas.microsoft.com/office/drawing/2014/main" id="{E2021B8F-CBA4-0AB1-A2E6-8B00DD627469}"/>
              </a:ext>
            </a:extLst>
          </p:cNvPr>
          <p:cNvSpPr/>
          <p:nvPr/>
        </p:nvSpPr>
        <p:spPr>
          <a:xfrm>
            <a:off x="4481115" y="80771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2" name="Rectangle 91">
            <a:extLst>
              <a:ext uri="{FF2B5EF4-FFF2-40B4-BE49-F238E27FC236}">
                <a16:creationId xmlns:a16="http://schemas.microsoft.com/office/drawing/2014/main" id="{C66D8975-216D-F146-425E-2115BE26E7FD}"/>
              </a:ext>
            </a:extLst>
          </p:cNvPr>
          <p:cNvSpPr/>
          <p:nvPr/>
        </p:nvSpPr>
        <p:spPr>
          <a:xfrm>
            <a:off x="6390735" y="84211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3" name="TextBox 92">
            <a:extLst>
              <a:ext uri="{FF2B5EF4-FFF2-40B4-BE49-F238E27FC236}">
                <a16:creationId xmlns:a16="http://schemas.microsoft.com/office/drawing/2014/main" id="{F055F1E9-0ACF-14A3-BAD9-B451FBEAD80D}"/>
              </a:ext>
            </a:extLst>
          </p:cNvPr>
          <p:cNvSpPr txBox="1"/>
          <p:nvPr/>
        </p:nvSpPr>
        <p:spPr>
          <a:xfrm>
            <a:off x="4552832" y="1021090"/>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98" name="Rectangle 97">
            <a:extLst>
              <a:ext uri="{FF2B5EF4-FFF2-40B4-BE49-F238E27FC236}">
                <a16:creationId xmlns:a16="http://schemas.microsoft.com/office/drawing/2014/main" id="{97C8227F-201F-A3C9-B033-487A14FE6827}"/>
              </a:ext>
            </a:extLst>
          </p:cNvPr>
          <p:cNvSpPr/>
          <p:nvPr/>
        </p:nvSpPr>
        <p:spPr>
          <a:xfrm>
            <a:off x="9135440" y="2622176"/>
            <a:ext cx="99379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9" name="TextBox 98">
            <a:extLst>
              <a:ext uri="{FF2B5EF4-FFF2-40B4-BE49-F238E27FC236}">
                <a16:creationId xmlns:a16="http://schemas.microsoft.com/office/drawing/2014/main" id="{07AFBB60-1DF2-3696-A8AF-35B961F9907A}"/>
              </a:ext>
            </a:extLst>
          </p:cNvPr>
          <p:cNvSpPr txBox="1"/>
          <p:nvPr/>
        </p:nvSpPr>
        <p:spPr>
          <a:xfrm>
            <a:off x="9016581" y="2750588"/>
            <a:ext cx="1144739" cy="577081"/>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100" name="Rectangle 99">
            <a:extLst>
              <a:ext uri="{FF2B5EF4-FFF2-40B4-BE49-F238E27FC236}">
                <a16:creationId xmlns:a16="http://schemas.microsoft.com/office/drawing/2014/main" id="{46DC7D9A-33F6-7FB9-852C-6E75A8AFE38A}"/>
              </a:ext>
            </a:extLst>
          </p:cNvPr>
          <p:cNvSpPr/>
          <p:nvPr/>
        </p:nvSpPr>
        <p:spPr>
          <a:xfrm>
            <a:off x="7604376" y="2603168"/>
            <a:ext cx="123198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1" name="TextBox 100">
            <a:extLst>
              <a:ext uri="{FF2B5EF4-FFF2-40B4-BE49-F238E27FC236}">
                <a16:creationId xmlns:a16="http://schemas.microsoft.com/office/drawing/2014/main" id="{00FC197C-D15B-0744-D389-00E803246E31}"/>
              </a:ext>
            </a:extLst>
          </p:cNvPr>
          <p:cNvSpPr txBox="1"/>
          <p:nvPr/>
        </p:nvSpPr>
        <p:spPr>
          <a:xfrm>
            <a:off x="7748713" y="2871753"/>
            <a:ext cx="1133917" cy="415498"/>
          </a:xfrm>
          <a:prstGeom prst="rect">
            <a:avLst/>
          </a:prstGeom>
          <a:noFill/>
        </p:spPr>
        <p:txBody>
          <a:bodyPr wrap="square" rtlCol="0">
            <a:spAutoFit/>
          </a:bodyPr>
          <a:lstStyle/>
          <a:p>
            <a:pPr algn="ctr"/>
            <a:r>
              <a:rPr lang="en-US" sz="1050" dirty="0"/>
              <a:t>Identified Tasks</a:t>
            </a:r>
          </a:p>
          <a:p>
            <a:pPr algn="ctr"/>
            <a:r>
              <a:rPr lang="en-US" sz="1050" dirty="0"/>
              <a:t>(Generated)</a:t>
            </a:r>
          </a:p>
        </p:txBody>
      </p:sp>
      <p:sp>
        <p:nvSpPr>
          <p:cNvPr id="94" name="TextBox 93">
            <a:extLst>
              <a:ext uri="{FF2B5EF4-FFF2-40B4-BE49-F238E27FC236}">
                <a16:creationId xmlns:a16="http://schemas.microsoft.com/office/drawing/2014/main" id="{7EF4BB76-E0C3-2E36-1EF4-3B19AB97F4C2}"/>
              </a:ext>
            </a:extLst>
          </p:cNvPr>
          <p:cNvSpPr txBox="1"/>
          <p:nvPr/>
        </p:nvSpPr>
        <p:spPr>
          <a:xfrm>
            <a:off x="6386954" y="992851"/>
            <a:ext cx="1658471" cy="577081"/>
          </a:xfrm>
          <a:prstGeom prst="rect">
            <a:avLst/>
          </a:prstGeom>
          <a:noFill/>
        </p:spPr>
        <p:txBody>
          <a:bodyPr wrap="square" rtlCol="0">
            <a:spAutoFit/>
          </a:bodyPr>
          <a:lstStyle/>
          <a:p>
            <a:pPr algn="ctr"/>
            <a:r>
              <a:rPr lang="en-US" sz="1050" dirty="0"/>
              <a:t>Correlation of Forces and Means</a:t>
            </a:r>
          </a:p>
          <a:p>
            <a:pPr algn="ctr"/>
            <a:r>
              <a:rPr lang="en-US" sz="1050" dirty="0"/>
              <a:t>(Generated)</a:t>
            </a:r>
          </a:p>
        </p:txBody>
      </p:sp>
      <p:sp>
        <p:nvSpPr>
          <p:cNvPr id="106" name="Rectangle 105">
            <a:extLst>
              <a:ext uri="{FF2B5EF4-FFF2-40B4-BE49-F238E27FC236}">
                <a16:creationId xmlns:a16="http://schemas.microsoft.com/office/drawing/2014/main" id="{A96E1A2B-67A5-BA26-1D03-E729A0D724A8}"/>
              </a:ext>
            </a:extLst>
          </p:cNvPr>
          <p:cNvSpPr/>
          <p:nvPr/>
        </p:nvSpPr>
        <p:spPr>
          <a:xfrm>
            <a:off x="8895239" y="3454333"/>
            <a:ext cx="123114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7" name="TextBox 106">
            <a:extLst>
              <a:ext uri="{FF2B5EF4-FFF2-40B4-BE49-F238E27FC236}">
                <a16:creationId xmlns:a16="http://schemas.microsoft.com/office/drawing/2014/main" id="{8C517066-AB64-2FB3-699E-9075497540C4}"/>
              </a:ext>
            </a:extLst>
          </p:cNvPr>
          <p:cNvSpPr txBox="1"/>
          <p:nvPr/>
        </p:nvSpPr>
        <p:spPr>
          <a:xfrm>
            <a:off x="8840578" y="3597721"/>
            <a:ext cx="1658471" cy="415498"/>
          </a:xfrm>
          <a:prstGeom prst="rect">
            <a:avLst/>
          </a:prstGeom>
          <a:noFill/>
        </p:spPr>
        <p:txBody>
          <a:bodyPr wrap="square" rtlCol="0">
            <a:spAutoFit/>
          </a:bodyPr>
          <a:lstStyle/>
          <a:p>
            <a:pPr algn="ctr"/>
            <a:r>
              <a:rPr lang="en-US" sz="1050" dirty="0"/>
              <a:t>Options</a:t>
            </a:r>
          </a:p>
          <a:p>
            <a:pPr algn="ctr"/>
            <a:r>
              <a:rPr lang="en-US" sz="1050" dirty="0"/>
              <a:t>(Generated)</a:t>
            </a:r>
          </a:p>
        </p:txBody>
      </p:sp>
      <p:sp>
        <p:nvSpPr>
          <p:cNvPr id="108" name="Rectangle 107">
            <a:extLst>
              <a:ext uri="{FF2B5EF4-FFF2-40B4-BE49-F238E27FC236}">
                <a16:creationId xmlns:a16="http://schemas.microsoft.com/office/drawing/2014/main" id="{49BEE951-EF60-BEC3-A69A-69C3B46742F1}"/>
              </a:ext>
            </a:extLst>
          </p:cNvPr>
          <p:cNvSpPr/>
          <p:nvPr/>
        </p:nvSpPr>
        <p:spPr>
          <a:xfrm>
            <a:off x="7523708" y="3466203"/>
            <a:ext cx="122076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9" name="TextBox 108">
            <a:extLst>
              <a:ext uri="{FF2B5EF4-FFF2-40B4-BE49-F238E27FC236}">
                <a16:creationId xmlns:a16="http://schemas.microsoft.com/office/drawing/2014/main" id="{16C8303B-2510-1EB0-B212-D68E3A863F08}"/>
              </a:ext>
            </a:extLst>
          </p:cNvPr>
          <p:cNvSpPr txBox="1"/>
          <p:nvPr/>
        </p:nvSpPr>
        <p:spPr>
          <a:xfrm>
            <a:off x="7518080" y="3677574"/>
            <a:ext cx="1125801" cy="577081"/>
          </a:xfrm>
          <a:prstGeom prst="rect">
            <a:avLst/>
          </a:prstGeom>
          <a:noFill/>
        </p:spPr>
        <p:txBody>
          <a:bodyPr wrap="square" rtlCol="0">
            <a:spAutoFit/>
          </a:bodyPr>
          <a:lstStyle/>
          <a:p>
            <a:pPr algn="ctr"/>
            <a:r>
              <a:rPr lang="en-US" sz="1050" dirty="0"/>
              <a:t>Assess Relative Combat Power</a:t>
            </a:r>
          </a:p>
          <a:p>
            <a:pPr algn="ctr"/>
            <a:endParaRPr lang="en-US" sz="1050" dirty="0"/>
          </a:p>
        </p:txBody>
      </p:sp>
      <p:sp>
        <p:nvSpPr>
          <p:cNvPr id="110" name="Rectangle 109">
            <a:extLst>
              <a:ext uri="{FF2B5EF4-FFF2-40B4-BE49-F238E27FC236}">
                <a16:creationId xmlns:a16="http://schemas.microsoft.com/office/drawing/2014/main" id="{B8E9042E-53C1-F92B-3396-F6DE1FE19FD7}"/>
              </a:ext>
            </a:extLst>
          </p:cNvPr>
          <p:cNvSpPr/>
          <p:nvPr/>
        </p:nvSpPr>
        <p:spPr>
          <a:xfrm>
            <a:off x="6362881" y="3572736"/>
            <a:ext cx="1038164"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1" name="TextBox 110">
            <a:extLst>
              <a:ext uri="{FF2B5EF4-FFF2-40B4-BE49-F238E27FC236}">
                <a16:creationId xmlns:a16="http://schemas.microsoft.com/office/drawing/2014/main" id="{35EBED7E-C60B-DF89-4CC1-04C7030193A6}"/>
              </a:ext>
            </a:extLst>
          </p:cNvPr>
          <p:cNvSpPr txBox="1"/>
          <p:nvPr/>
        </p:nvSpPr>
        <p:spPr>
          <a:xfrm>
            <a:off x="6404201" y="3603173"/>
            <a:ext cx="955524" cy="738664"/>
          </a:xfrm>
          <a:prstGeom prst="rect">
            <a:avLst/>
          </a:prstGeom>
          <a:solidFill>
            <a:schemeClr val="bg1"/>
          </a:solidFill>
        </p:spPr>
        <p:txBody>
          <a:bodyPr wrap="square" rtlCol="0">
            <a:spAutoFit/>
          </a:bodyPr>
          <a:lstStyle/>
          <a:p>
            <a:pPr algn="ctr"/>
            <a:r>
              <a:rPr lang="en-US" sz="1050" dirty="0"/>
              <a:t>Array of Initial Forces</a:t>
            </a:r>
          </a:p>
          <a:p>
            <a:pPr algn="ctr"/>
            <a:r>
              <a:rPr lang="en-US" sz="1050" dirty="0"/>
              <a:t>Upload and Generated)</a:t>
            </a:r>
          </a:p>
        </p:txBody>
      </p:sp>
      <p:sp>
        <p:nvSpPr>
          <p:cNvPr id="114" name="Rectangle 113">
            <a:extLst>
              <a:ext uri="{FF2B5EF4-FFF2-40B4-BE49-F238E27FC236}">
                <a16:creationId xmlns:a16="http://schemas.microsoft.com/office/drawing/2014/main" id="{774D1DDE-F485-CDB9-71A4-9C3013C24253}"/>
              </a:ext>
            </a:extLst>
          </p:cNvPr>
          <p:cNvSpPr/>
          <p:nvPr/>
        </p:nvSpPr>
        <p:spPr>
          <a:xfrm>
            <a:off x="8317947" y="433848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5" name="TextBox 114">
            <a:extLst>
              <a:ext uri="{FF2B5EF4-FFF2-40B4-BE49-F238E27FC236}">
                <a16:creationId xmlns:a16="http://schemas.microsoft.com/office/drawing/2014/main" id="{3C51871E-1BB9-34D0-A129-2E7089C43E25}"/>
              </a:ext>
            </a:extLst>
          </p:cNvPr>
          <p:cNvSpPr txBox="1"/>
          <p:nvPr/>
        </p:nvSpPr>
        <p:spPr>
          <a:xfrm>
            <a:off x="8389663" y="4499854"/>
            <a:ext cx="1658471" cy="577081"/>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a:p>
            <a:pPr algn="ctr"/>
            <a:endParaRPr lang="en-US" sz="1050" dirty="0"/>
          </a:p>
        </p:txBody>
      </p:sp>
      <p:sp>
        <p:nvSpPr>
          <p:cNvPr id="126" name="Rectangle 125">
            <a:extLst>
              <a:ext uri="{FF2B5EF4-FFF2-40B4-BE49-F238E27FC236}">
                <a16:creationId xmlns:a16="http://schemas.microsoft.com/office/drawing/2014/main" id="{64CD3AD6-7E43-713F-E282-4A39169611CD}"/>
              </a:ext>
            </a:extLst>
          </p:cNvPr>
          <p:cNvSpPr/>
          <p:nvPr/>
        </p:nvSpPr>
        <p:spPr>
          <a:xfrm>
            <a:off x="2610505" y="1764686"/>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7" name="TextBox 126">
            <a:extLst>
              <a:ext uri="{FF2B5EF4-FFF2-40B4-BE49-F238E27FC236}">
                <a16:creationId xmlns:a16="http://schemas.microsoft.com/office/drawing/2014/main" id="{D9EE6894-77AE-3484-9173-571D76A972D8}"/>
              </a:ext>
            </a:extLst>
          </p:cNvPr>
          <p:cNvSpPr txBox="1"/>
          <p:nvPr/>
        </p:nvSpPr>
        <p:spPr>
          <a:xfrm>
            <a:off x="2718078" y="1967996"/>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30" name="Rectangle 129">
            <a:extLst>
              <a:ext uri="{FF2B5EF4-FFF2-40B4-BE49-F238E27FC236}">
                <a16:creationId xmlns:a16="http://schemas.microsoft.com/office/drawing/2014/main" id="{3715148B-FF0B-2B7A-DC66-4868C59AE9C1}"/>
              </a:ext>
            </a:extLst>
          </p:cNvPr>
          <p:cNvSpPr/>
          <p:nvPr/>
        </p:nvSpPr>
        <p:spPr>
          <a:xfrm>
            <a:off x="5077572" y="3595572"/>
            <a:ext cx="1197280"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1" name="TextBox 130">
            <a:extLst>
              <a:ext uri="{FF2B5EF4-FFF2-40B4-BE49-F238E27FC236}">
                <a16:creationId xmlns:a16="http://schemas.microsoft.com/office/drawing/2014/main" id="{410B2D09-2F41-33D7-678F-679C489D8C65}"/>
              </a:ext>
            </a:extLst>
          </p:cNvPr>
          <p:cNvSpPr txBox="1"/>
          <p:nvPr/>
        </p:nvSpPr>
        <p:spPr>
          <a:xfrm>
            <a:off x="5066739" y="3610996"/>
            <a:ext cx="1157650" cy="738664"/>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FF23A9F9-CBA0-09F5-C93E-F43173AB4F01}"/>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ABCFB63C-7EE8-EFE4-6D5B-247D2FA68110}"/>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Comparison Steps</a:t>
            </a:r>
          </a:p>
        </p:txBody>
      </p:sp>
      <p:sp>
        <p:nvSpPr>
          <p:cNvPr id="8" name="Rectangle 7">
            <a:extLst>
              <a:ext uri="{FF2B5EF4-FFF2-40B4-BE49-F238E27FC236}">
                <a16:creationId xmlns:a16="http://schemas.microsoft.com/office/drawing/2014/main" id="{15D44311-1151-8856-9F1D-CABB24FB05E7}"/>
              </a:ext>
            </a:extLst>
          </p:cNvPr>
          <p:cNvSpPr/>
          <p:nvPr/>
        </p:nvSpPr>
        <p:spPr>
          <a:xfrm>
            <a:off x="2558185" y="80220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 name="TextBox 8">
            <a:extLst>
              <a:ext uri="{FF2B5EF4-FFF2-40B4-BE49-F238E27FC236}">
                <a16:creationId xmlns:a16="http://schemas.microsoft.com/office/drawing/2014/main" id="{13D3E865-9973-763A-55CC-3780E23E0097}"/>
              </a:ext>
            </a:extLst>
          </p:cNvPr>
          <p:cNvSpPr txBox="1"/>
          <p:nvPr/>
        </p:nvSpPr>
        <p:spPr>
          <a:xfrm>
            <a:off x="2701620" y="1078656"/>
            <a:ext cx="1658471" cy="415498"/>
          </a:xfrm>
          <a:prstGeom prst="rect">
            <a:avLst/>
          </a:prstGeom>
          <a:solidFill>
            <a:schemeClr val="bg1"/>
          </a:solidFill>
        </p:spPr>
        <p:txBody>
          <a:bodyPr wrap="square" rtlCol="0">
            <a:spAutoFit/>
          </a:bodyPr>
          <a:lstStyle/>
          <a:p>
            <a:pPr algn="ctr"/>
            <a:r>
              <a:rPr lang="en-US" sz="1050" dirty="0"/>
              <a:t>Array of Initial Forces</a:t>
            </a:r>
          </a:p>
          <a:p>
            <a:pPr algn="ctr"/>
            <a:r>
              <a:rPr lang="en-US" sz="1050" dirty="0"/>
              <a:t>(Generated)</a:t>
            </a:r>
          </a:p>
        </p:txBody>
      </p:sp>
      <p:sp>
        <p:nvSpPr>
          <p:cNvPr id="13" name="Rectangle 12">
            <a:extLst>
              <a:ext uri="{FF2B5EF4-FFF2-40B4-BE49-F238E27FC236}">
                <a16:creationId xmlns:a16="http://schemas.microsoft.com/office/drawing/2014/main" id="{B1A3A614-CD4B-5BE3-851D-1818D9B8F57C}"/>
              </a:ext>
            </a:extLst>
          </p:cNvPr>
          <p:cNvSpPr/>
          <p:nvPr/>
        </p:nvSpPr>
        <p:spPr>
          <a:xfrm>
            <a:off x="1387309" y="1768032"/>
            <a:ext cx="117360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 name="TextBox 13">
            <a:extLst>
              <a:ext uri="{FF2B5EF4-FFF2-40B4-BE49-F238E27FC236}">
                <a16:creationId xmlns:a16="http://schemas.microsoft.com/office/drawing/2014/main" id="{7B096FBA-4B1F-2C34-CB89-EEB7D19D18B1}"/>
              </a:ext>
            </a:extLst>
          </p:cNvPr>
          <p:cNvSpPr txBox="1"/>
          <p:nvPr/>
        </p:nvSpPr>
        <p:spPr>
          <a:xfrm>
            <a:off x="1108193" y="1944602"/>
            <a:ext cx="1658471" cy="415498"/>
          </a:xfrm>
          <a:prstGeom prst="rect">
            <a:avLst/>
          </a:prstGeom>
          <a:noFill/>
        </p:spPr>
        <p:txBody>
          <a:bodyPr wrap="square" rtlCol="0">
            <a:spAutoFit/>
          </a:bodyPr>
          <a:lstStyle/>
          <a:p>
            <a:pPr algn="ctr"/>
            <a:r>
              <a:rPr lang="en-US" sz="1050" dirty="0"/>
              <a:t>Options</a:t>
            </a:r>
          </a:p>
          <a:p>
            <a:pPr algn="ctr"/>
            <a:r>
              <a:rPr lang="en-US" sz="1050" dirty="0"/>
              <a:t>(Generated)</a:t>
            </a:r>
          </a:p>
        </p:txBody>
      </p:sp>
      <p:sp>
        <p:nvSpPr>
          <p:cNvPr id="15" name="Rectangle 14">
            <a:extLst>
              <a:ext uri="{FF2B5EF4-FFF2-40B4-BE49-F238E27FC236}">
                <a16:creationId xmlns:a16="http://schemas.microsoft.com/office/drawing/2014/main" id="{69CBAD8F-3EBC-7612-F0A4-EDF72D772032}"/>
              </a:ext>
            </a:extLst>
          </p:cNvPr>
          <p:cNvSpPr/>
          <p:nvPr/>
        </p:nvSpPr>
        <p:spPr>
          <a:xfrm>
            <a:off x="132578" y="1744989"/>
            <a:ext cx="117360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6" name="TextBox 15">
            <a:extLst>
              <a:ext uri="{FF2B5EF4-FFF2-40B4-BE49-F238E27FC236}">
                <a16:creationId xmlns:a16="http://schemas.microsoft.com/office/drawing/2014/main" id="{140899FE-E84D-D9F9-5469-82427276C8A5}"/>
              </a:ext>
            </a:extLst>
          </p:cNvPr>
          <p:cNvSpPr txBox="1"/>
          <p:nvPr/>
        </p:nvSpPr>
        <p:spPr>
          <a:xfrm>
            <a:off x="226000" y="1984132"/>
            <a:ext cx="1080182" cy="415498"/>
          </a:xfrm>
          <a:prstGeom prst="rect">
            <a:avLst/>
          </a:prstGeom>
          <a:noFill/>
        </p:spPr>
        <p:txBody>
          <a:bodyPr wrap="square" rtlCol="0">
            <a:spAutoFit/>
          </a:bodyPr>
          <a:lstStyle/>
          <a:p>
            <a:pPr algn="ctr"/>
            <a:r>
              <a:rPr lang="en-US" sz="1050" dirty="0"/>
              <a:t>Broad Concept</a:t>
            </a:r>
          </a:p>
          <a:p>
            <a:pPr algn="ctr"/>
            <a:r>
              <a:rPr lang="en-US" sz="1050" dirty="0"/>
              <a:t>(Generated)</a:t>
            </a:r>
          </a:p>
        </p:txBody>
      </p:sp>
      <p:sp>
        <p:nvSpPr>
          <p:cNvPr id="17" name="Rectangle 16">
            <a:extLst>
              <a:ext uri="{FF2B5EF4-FFF2-40B4-BE49-F238E27FC236}">
                <a16:creationId xmlns:a16="http://schemas.microsoft.com/office/drawing/2014/main" id="{B5975105-AB50-B686-5A94-4F79204BEFEA}"/>
              </a:ext>
            </a:extLst>
          </p:cNvPr>
          <p:cNvSpPr/>
          <p:nvPr/>
        </p:nvSpPr>
        <p:spPr>
          <a:xfrm>
            <a:off x="5667411" y="263792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2" name="TextBox 21">
            <a:extLst>
              <a:ext uri="{FF2B5EF4-FFF2-40B4-BE49-F238E27FC236}">
                <a16:creationId xmlns:a16="http://schemas.microsoft.com/office/drawing/2014/main" id="{B7785734-6E47-6D11-B9C4-22792CB49DD8}"/>
              </a:ext>
            </a:extLst>
          </p:cNvPr>
          <p:cNvSpPr txBox="1"/>
          <p:nvPr/>
        </p:nvSpPr>
        <p:spPr>
          <a:xfrm>
            <a:off x="5739128" y="2705195"/>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23" name="Rectangle 22">
            <a:extLst>
              <a:ext uri="{FF2B5EF4-FFF2-40B4-BE49-F238E27FC236}">
                <a16:creationId xmlns:a16="http://schemas.microsoft.com/office/drawing/2014/main" id="{C344AC9D-32BB-AD3C-90A9-2E370AC9DD57}"/>
              </a:ext>
            </a:extLst>
          </p:cNvPr>
          <p:cNvSpPr/>
          <p:nvPr/>
        </p:nvSpPr>
        <p:spPr>
          <a:xfrm>
            <a:off x="4300383" y="2641906"/>
            <a:ext cx="129555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 name="TextBox 23">
            <a:extLst>
              <a:ext uri="{FF2B5EF4-FFF2-40B4-BE49-F238E27FC236}">
                <a16:creationId xmlns:a16="http://schemas.microsoft.com/office/drawing/2014/main" id="{601E2816-6EC1-4C53-1648-A185362E0ECE}"/>
              </a:ext>
            </a:extLst>
          </p:cNvPr>
          <p:cNvSpPr txBox="1"/>
          <p:nvPr/>
        </p:nvSpPr>
        <p:spPr>
          <a:xfrm>
            <a:off x="4135939" y="2727170"/>
            <a:ext cx="1495069" cy="738664"/>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25" name="Rectangle 24">
            <a:extLst>
              <a:ext uri="{FF2B5EF4-FFF2-40B4-BE49-F238E27FC236}">
                <a16:creationId xmlns:a16="http://schemas.microsoft.com/office/drawing/2014/main" id="{5FC8F2D3-8410-76CE-0AD7-3F815609EFD7}"/>
              </a:ext>
            </a:extLst>
          </p:cNvPr>
          <p:cNvSpPr/>
          <p:nvPr/>
        </p:nvSpPr>
        <p:spPr>
          <a:xfrm>
            <a:off x="2972000" y="2634358"/>
            <a:ext cx="117585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6" name="TextBox 25">
            <a:extLst>
              <a:ext uri="{FF2B5EF4-FFF2-40B4-BE49-F238E27FC236}">
                <a16:creationId xmlns:a16="http://schemas.microsoft.com/office/drawing/2014/main" id="{780566A3-C649-08A9-ADFE-C3B998EC68FD}"/>
              </a:ext>
            </a:extLst>
          </p:cNvPr>
          <p:cNvSpPr txBox="1"/>
          <p:nvPr/>
        </p:nvSpPr>
        <p:spPr>
          <a:xfrm>
            <a:off x="2955313" y="2724415"/>
            <a:ext cx="1247573" cy="577081"/>
          </a:xfrm>
          <a:prstGeom prst="rect">
            <a:avLst/>
          </a:prstGeom>
          <a:noFill/>
        </p:spPr>
        <p:txBody>
          <a:bodyPr wrap="square" rtlCol="0">
            <a:spAutoFit/>
          </a:bodyPr>
          <a:lstStyle/>
          <a:p>
            <a:pPr algn="ctr"/>
            <a:r>
              <a:rPr lang="en-US" sz="1050" dirty="0"/>
              <a:t>Operation Details</a:t>
            </a:r>
          </a:p>
          <a:p>
            <a:pPr algn="ctr"/>
            <a:r>
              <a:rPr lang="en-US" sz="1050" dirty="0"/>
              <a:t>(Upload and OSINT)</a:t>
            </a:r>
          </a:p>
        </p:txBody>
      </p:sp>
      <p:sp>
        <p:nvSpPr>
          <p:cNvPr id="27" name="Rectangle 26">
            <a:extLst>
              <a:ext uri="{FF2B5EF4-FFF2-40B4-BE49-F238E27FC236}">
                <a16:creationId xmlns:a16="http://schemas.microsoft.com/office/drawing/2014/main" id="{F6356427-BCF9-F057-AE78-6F2BB6431896}"/>
              </a:ext>
            </a:extLst>
          </p:cNvPr>
          <p:cNvSpPr/>
          <p:nvPr/>
        </p:nvSpPr>
        <p:spPr>
          <a:xfrm>
            <a:off x="1848759" y="2644376"/>
            <a:ext cx="101765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8" name="TextBox 27">
            <a:extLst>
              <a:ext uri="{FF2B5EF4-FFF2-40B4-BE49-F238E27FC236}">
                <a16:creationId xmlns:a16="http://schemas.microsoft.com/office/drawing/2014/main" id="{5A0BF783-4912-372C-18CC-70E6438960DC}"/>
              </a:ext>
            </a:extLst>
          </p:cNvPr>
          <p:cNvSpPr txBox="1"/>
          <p:nvPr/>
        </p:nvSpPr>
        <p:spPr>
          <a:xfrm>
            <a:off x="1858049" y="2805742"/>
            <a:ext cx="936651" cy="415498"/>
          </a:xfrm>
          <a:prstGeom prst="rect">
            <a:avLst/>
          </a:prstGeom>
          <a:solidFill>
            <a:schemeClr val="bg1"/>
          </a:solidFill>
        </p:spPr>
        <p:txBody>
          <a:bodyPr wrap="square" rtlCol="0">
            <a:spAutoFit/>
          </a:bodyPr>
          <a:lstStyle/>
          <a:p>
            <a:pPr algn="ctr"/>
            <a:r>
              <a:rPr lang="en-US" sz="1050" dirty="0"/>
              <a:t>Options</a:t>
            </a:r>
          </a:p>
          <a:p>
            <a:pPr algn="ctr"/>
            <a:r>
              <a:rPr lang="en-US" sz="1050" dirty="0"/>
              <a:t>(Generated)</a:t>
            </a:r>
          </a:p>
        </p:txBody>
      </p:sp>
      <p:sp>
        <p:nvSpPr>
          <p:cNvPr id="30" name="Rectangle 29">
            <a:extLst>
              <a:ext uri="{FF2B5EF4-FFF2-40B4-BE49-F238E27FC236}">
                <a16:creationId xmlns:a16="http://schemas.microsoft.com/office/drawing/2014/main" id="{369551C4-44F5-183E-1F2A-FAFD8EB6C85B}"/>
              </a:ext>
            </a:extLst>
          </p:cNvPr>
          <p:cNvSpPr/>
          <p:nvPr/>
        </p:nvSpPr>
        <p:spPr>
          <a:xfrm>
            <a:off x="3957284" y="3603911"/>
            <a:ext cx="97452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1" name="TextBox 30">
            <a:extLst>
              <a:ext uri="{FF2B5EF4-FFF2-40B4-BE49-F238E27FC236}">
                <a16:creationId xmlns:a16="http://schemas.microsoft.com/office/drawing/2014/main" id="{5EF78582-697E-CF96-71E8-D2DEE9335450}"/>
              </a:ext>
            </a:extLst>
          </p:cNvPr>
          <p:cNvSpPr txBox="1"/>
          <p:nvPr/>
        </p:nvSpPr>
        <p:spPr>
          <a:xfrm>
            <a:off x="3986771" y="3690191"/>
            <a:ext cx="896948" cy="577081"/>
          </a:xfrm>
          <a:prstGeom prst="rect">
            <a:avLst/>
          </a:prstGeom>
          <a:noFill/>
        </p:spPr>
        <p:txBody>
          <a:bodyPr wrap="square" rtlCol="0">
            <a:spAutoFit/>
          </a:bodyPr>
          <a:lstStyle/>
          <a:p>
            <a:pPr algn="ctr"/>
            <a:r>
              <a:rPr lang="en-US" sz="1050" dirty="0"/>
              <a:t>Broad Concept</a:t>
            </a:r>
          </a:p>
          <a:p>
            <a:pPr algn="ctr"/>
            <a:r>
              <a:rPr lang="en-US" sz="1050" dirty="0"/>
              <a:t>(Generated)</a:t>
            </a:r>
          </a:p>
        </p:txBody>
      </p:sp>
      <p:sp>
        <p:nvSpPr>
          <p:cNvPr id="33" name="Rectangle 32">
            <a:extLst>
              <a:ext uri="{FF2B5EF4-FFF2-40B4-BE49-F238E27FC236}">
                <a16:creationId xmlns:a16="http://schemas.microsoft.com/office/drawing/2014/main" id="{981F5987-81A5-7AE1-08FE-B937931D9418}"/>
              </a:ext>
            </a:extLst>
          </p:cNvPr>
          <p:cNvSpPr/>
          <p:nvPr/>
        </p:nvSpPr>
        <p:spPr>
          <a:xfrm>
            <a:off x="2781479" y="3572736"/>
            <a:ext cx="107269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4" name="TextBox 33">
            <a:extLst>
              <a:ext uri="{FF2B5EF4-FFF2-40B4-BE49-F238E27FC236}">
                <a16:creationId xmlns:a16="http://schemas.microsoft.com/office/drawing/2014/main" id="{030E8217-2493-2604-A46C-1F9D6FE9A5E1}"/>
              </a:ext>
            </a:extLst>
          </p:cNvPr>
          <p:cNvSpPr txBox="1"/>
          <p:nvPr/>
        </p:nvSpPr>
        <p:spPr>
          <a:xfrm>
            <a:off x="2822077" y="3632247"/>
            <a:ext cx="987310" cy="738664"/>
          </a:xfrm>
          <a:prstGeom prst="rect">
            <a:avLst/>
          </a:prstGeom>
          <a:noFill/>
        </p:spPr>
        <p:txBody>
          <a:bodyPr wrap="square" rtlCol="0">
            <a:spAutoFit/>
          </a:bodyPr>
          <a:lstStyle/>
          <a:p>
            <a:pPr algn="ctr"/>
            <a:r>
              <a:rPr lang="en-US" sz="1050" dirty="0"/>
              <a:t>Correlation of Forces and Means</a:t>
            </a:r>
          </a:p>
          <a:p>
            <a:pPr algn="ctr"/>
            <a:r>
              <a:rPr lang="en-US" sz="1050" dirty="0"/>
              <a:t>(Generated)</a:t>
            </a:r>
          </a:p>
        </p:txBody>
      </p:sp>
      <p:sp>
        <p:nvSpPr>
          <p:cNvPr id="35" name="Rectangle 34">
            <a:extLst>
              <a:ext uri="{FF2B5EF4-FFF2-40B4-BE49-F238E27FC236}">
                <a16:creationId xmlns:a16="http://schemas.microsoft.com/office/drawing/2014/main" id="{BAF9492A-5AB2-0B85-C678-416D37F6F615}"/>
              </a:ext>
            </a:extLst>
          </p:cNvPr>
          <p:cNvSpPr/>
          <p:nvPr/>
        </p:nvSpPr>
        <p:spPr>
          <a:xfrm>
            <a:off x="1646909" y="3615699"/>
            <a:ext cx="99379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6" name="TextBox 35">
            <a:extLst>
              <a:ext uri="{FF2B5EF4-FFF2-40B4-BE49-F238E27FC236}">
                <a16:creationId xmlns:a16="http://schemas.microsoft.com/office/drawing/2014/main" id="{3F1B1FC6-5D12-44AF-7F24-E95B99D92AA4}"/>
              </a:ext>
            </a:extLst>
          </p:cNvPr>
          <p:cNvSpPr txBox="1"/>
          <p:nvPr/>
        </p:nvSpPr>
        <p:spPr>
          <a:xfrm>
            <a:off x="1528050" y="3744111"/>
            <a:ext cx="1144739" cy="577081"/>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37" name="Rectangle 36">
            <a:extLst>
              <a:ext uri="{FF2B5EF4-FFF2-40B4-BE49-F238E27FC236}">
                <a16:creationId xmlns:a16="http://schemas.microsoft.com/office/drawing/2014/main" id="{307EF94F-0BC8-4760-7AAF-56B59BAFC947}"/>
              </a:ext>
            </a:extLst>
          </p:cNvPr>
          <p:cNvSpPr/>
          <p:nvPr/>
        </p:nvSpPr>
        <p:spPr>
          <a:xfrm>
            <a:off x="152062" y="3596691"/>
            <a:ext cx="123198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6" name="TextBox 45">
            <a:extLst>
              <a:ext uri="{FF2B5EF4-FFF2-40B4-BE49-F238E27FC236}">
                <a16:creationId xmlns:a16="http://schemas.microsoft.com/office/drawing/2014/main" id="{D3FC0D56-A02F-0376-83F6-5162AB3073E9}"/>
              </a:ext>
            </a:extLst>
          </p:cNvPr>
          <p:cNvSpPr txBox="1"/>
          <p:nvPr/>
        </p:nvSpPr>
        <p:spPr>
          <a:xfrm>
            <a:off x="296399" y="3865276"/>
            <a:ext cx="1133917" cy="415498"/>
          </a:xfrm>
          <a:prstGeom prst="rect">
            <a:avLst/>
          </a:prstGeom>
          <a:noFill/>
        </p:spPr>
        <p:txBody>
          <a:bodyPr wrap="square" rtlCol="0">
            <a:spAutoFit/>
          </a:bodyPr>
          <a:lstStyle/>
          <a:p>
            <a:pPr algn="ctr"/>
            <a:r>
              <a:rPr lang="en-US" sz="1050" dirty="0"/>
              <a:t>Identified Tasks</a:t>
            </a:r>
          </a:p>
          <a:p>
            <a:pPr algn="ctr"/>
            <a:r>
              <a:rPr lang="en-US" sz="1050" dirty="0"/>
              <a:t>(Generated)</a:t>
            </a:r>
          </a:p>
        </p:txBody>
      </p:sp>
      <p:sp>
        <p:nvSpPr>
          <p:cNvPr id="48" name="Rectangle 47">
            <a:extLst>
              <a:ext uri="{FF2B5EF4-FFF2-40B4-BE49-F238E27FC236}">
                <a16:creationId xmlns:a16="http://schemas.microsoft.com/office/drawing/2014/main" id="{6169FB80-0ADD-5837-957E-C126416B5800}"/>
              </a:ext>
            </a:extLst>
          </p:cNvPr>
          <p:cNvSpPr/>
          <p:nvPr/>
        </p:nvSpPr>
        <p:spPr>
          <a:xfrm>
            <a:off x="6362881" y="439043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9" name="TextBox 48">
            <a:extLst>
              <a:ext uri="{FF2B5EF4-FFF2-40B4-BE49-F238E27FC236}">
                <a16:creationId xmlns:a16="http://schemas.microsoft.com/office/drawing/2014/main" id="{1508C7A6-69A5-51A4-C56B-02DD88C23F70}"/>
              </a:ext>
            </a:extLst>
          </p:cNvPr>
          <p:cNvSpPr txBox="1"/>
          <p:nvPr/>
        </p:nvSpPr>
        <p:spPr>
          <a:xfrm>
            <a:off x="6570019" y="4629575"/>
            <a:ext cx="1658471" cy="415498"/>
          </a:xfrm>
          <a:prstGeom prst="rect">
            <a:avLst/>
          </a:prstGeom>
          <a:noFill/>
        </p:spPr>
        <p:txBody>
          <a:bodyPr wrap="square" rtlCol="0">
            <a:spAutoFit/>
          </a:bodyPr>
          <a:lstStyle/>
          <a:p>
            <a:pPr algn="ctr"/>
            <a:r>
              <a:rPr lang="en-US" sz="1050" dirty="0"/>
              <a:t>Wargaming Method and results display</a:t>
            </a:r>
          </a:p>
        </p:txBody>
      </p:sp>
    </p:spTree>
    <p:extLst>
      <p:ext uri="{BB962C8B-B14F-4D97-AF65-F5344CB8AC3E}">
        <p14:creationId xmlns:p14="http://schemas.microsoft.com/office/powerpoint/2010/main" val="10396400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EAD53-E4E0-C3F3-5FBF-6EDA6C8A4111}"/>
            </a:ext>
          </a:extLst>
        </p:cNvPr>
        <p:cNvGrpSpPr/>
        <p:nvPr/>
      </p:nvGrpSpPr>
      <p:grpSpPr>
        <a:xfrm>
          <a:off x="0" y="0"/>
          <a:ext cx="0" cy="0"/>
          <a:chOff x="0" y="0"/>
          <a:chExt cx="0" cy="0"/>
        </a:xfrm>
      </p:grpSpPr>
      <p:cxnSp>
        <p:nvCxnSpPr>
          <p:cNvPr id="47" name="Straight Arrow Connector 46">
            <a:extLst>
              <a:ext uri="{FF2B5EF4-FFF2-40B4-BE49-F238E27FC236}">
                <a16:creationId xmlns:a16="http://schemas.microsoft.com/office/drawing/2014/main" id="{2F115390-742A-F845-4B9F-69589B2F70BE}"/>
              </a:ext>
            </a:extLst>
          </p:cNvPr>
          <p:cNvCxnSpPr>
            <a:cxnSpLocks/>
            <a:stCxn id="8" idx="1"/>
          </p:cNvCxnSpPr>
          <p:nvPr/>
        </p:nvCxnSpPr>
        <p:spPr>
          <a:xfrm flipV="1">
            <a:off x="2558185" y="1099877"/>
            <a:ext cx="7652622" cy="208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A6CE742C-867B-1739-1BA0-EB566AF4531A}"/>
              </a:ext>
            </a:extLst>
          </p:cNvPr>
          <p:cNvSpPr/>
          <p:nvPr/>
        </p:nvSpPr>
        <p:spPr>
          <a:xfrm>
            <a:off x="10210808" y="733683"/>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4ED8617F-205B-E70D-D828-8F566B0EE846}"/>
              </a:ext>
            </a:extLst>
          </p:cNvPr>
          <p:cNvSpPr txBox="1"/>
          <p:nvPr/>
        </p:nvSpPr>
        <p:spPr>
          <a:xfrm>
            <a:off x="10282525" y="800954"/>
            <a:ext cx="1658471" cy="253916"/>
          </a:xfrm>
          <a:prstGeom prst="rect">
            <a:avLst/>
          </a:prstGeom>
          <a:noFill/>
        </p:spPr>
        <p:txBody>
          <a:bodyPr wrap="square" rtlCol="0">
            <a:spAutoFit/>
          </a:bodyPr>
          <a:lstStyle/>
          <a:p>
            <a:pPr algn="ctr"/>
            <a:r>
              <a:rPr lang="en-US" sz="1050" dirty="0"/>
              <a:t>Evaluation Criteria</a:t>
            </a:r>
          </a:p>
        </p:txBody>
      </p:sp>
      <p:sp>
        <p:nvSpPr>
          <p:cNvPr id="29" name="TextBox 28">
            <a:extLst>
              <a:ext uri="{FF2B5EF4-FFF2-40B4-BE49-F238E27FC236}">
                <a16:creationId xmlns:a16="http://schemas.microsoft.com/office/drawing/2014/main" id="{7F144863-D557-B873-5981-391352432D9D}"/>
              </a:ext>
            </a:extLst>
          </p:cNvPr>
          <p:cNvSpPr txBox="1"/>
          <p:nvPr/>
        </p:nvSpPr>
        <p:spPr>
          <a:xfrm>
            <a:off x="4994397" y="-16579"/>
            <a:ext cx="1924566" cy="369332"/>
          </a:xfrm>
          <a:prstGeom prst="rect">
            <a:avLst/>
          </a:prstGeom>
          <a:noFill/>
        </p:spPr>
        <p:txBody>
          <a:bodyPr wrap="none" rtlCol="0">
            <a:spAutoFit/>
          </a:bodyPr>
          <a:lstStyle/>
          <a:p>
            <a:r>
              <a:rPr lang="en-US" dirty="0"/>
              <a:t>COA Comparison</a:t>
            </a:r>
          </a:p>
        </p:txBody>
      </p:sp>
      <p:sp>
        <p:nvSpPr>
          <p:cNvPr id="40" name="Rectangle 39">
            <a:extLst>
              <a:ext uri="{FF2B5EF4-FFF2-40B4-BE49-F238E27FC236}">
                <a16:creationId xmlns:a16="http://schemas.microsoft.com/office/drawing/2014/main" id="{C30AFB59-E0FA-7CF2-0C15-4A834E367ACF}"/>
              </a:ext>
            </a:extLst>
          </p:cNvPr>
          <p:cNvSpPr/>
          <p:nvPr/>
        </p:nvSpPr>
        <p:spPr>
          <a:xfrm>
            <a:off x="8287878" y="76057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1" name="TextBox 40">
            <a:extLst>
              <a:ext uri="{FF2B5EF4-FFF2-40B4-BE49-F238E27FC236}">
                <a16:creationId xmlns:a16="http://schemas.microsoft.com/office/drawing/2014/main" id="{24677488-23C0-888F-86D7-1FC636D4CA7D}"/>
              </a:ext>
            </a:extLst>
          </p:cNvPr>
          <p:cNvSpPr txBox="1"/>
          <p:nvPr/>
        </p:nvSpPr>
        <p:spPr>
          <a:xfrm>
            <a:off x="8359595" y="968327"/>
            <a:ext cx="1658471" cy="415498"/>
          </a:xfrm>
          <a:prstGeom prst="rect">
            <a:avLst/>
          </a:prstGeom>
          <a:solidFill>
            <a:schemeClr val="bg1"/>
          </a:solidFill>
        </p:spPr>
        <p:txBody>
          <a:bodyPr wrap="square" rtlCol="0">
            <a:spAutoFit/>
          </a:bodyPr>
          <a:lstStyle/>
          <a:p>
            <a:pPr algn="ctr"/>
            <a:r>
              <a:rPr lang="en-US" sz="1050" dirty="0"/>
              <a:t>Operation Details</a:t>
            </a:r>
          </a:p>
          <a:p>
            <a:pPr algn="ctr"/>
            <a:r>
              <a:rPr lang="en-US" sz="1050" dirty="0"/>
              <a:t>(Upload and OSINT)</a:t>
            </a:r>
          </a:p>
        </p:txBody>
      </p:sp>
      <p:sp>
        <p:nvSpPr>
          <p:cNvPr id="91" name="Rectangle 90">
            <a:extLst>
              <a:ext uri="{FF2B5EF4-FFF2-40B4-BE49-F238E27FC236}">
                <a16:creationId xmlns:a16="http://schemas.microsoft.com/office/drawing/2014/main" id="{81626919-A859-CE31-7E59-968E682846F8}"/>
              </a:ext>
            </a:extLst>
          </p:cNvPr>
          <p:cNvSpPr/>
          <p:nvPr/>
        </p:nvSpPr>
        <p:spPr>
          <a:xfrm>
            <a:off x="4481115" y="722870"/>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2" name="Rectangle 91">
            <a:extLst>
              <a:ext uri="{FF2B5EF4-FFF2-40B4-BE49-F238E27FC236}">
                <a16:creationId xmlns:a16="http://schemas.microsoft.com/office/drawing/2014/main" id="{86EC10C3-7BF6-6FE9-A943-B116FC71B2CE}"/>
              </a:ext>
            </a:extLst>
          </p:cNvPr>
          <p:cNvSpPr/>
          <p:nvPr/>
        </p:nvSpPr>
        <p:spPr>
          <a:xfrm>
            <a:off x="6390735" y="75727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3" name="TextBox 92">
            <a:extLst>
              <a:ext uri="{FF2B5EF4-FFF2-40B4-BE49-F238E27FC236}">
                <a16:creationId xmlns:a16="http://schemas.microsoft.com/office/drawing/2014/main" id="{35459860-739C-CCB7-C640-C1E1D644FC1D}"/>
              </a:ext>
            </a:extLst>
          </p:cNvPr>
          <p:cNvSpPr txBox="1"/>
          <p:nvPr/>
        </p:nvSpPr>
        <p:spPr>
          <a:xfrm>
            <a:off x="4552832" y="936247"/>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94" name="TextBox 93">
            <a:extLst>
              <a:ext uri="{FF2B5EF4-FFF2-40B4-BE49-F238E27FC236}">
                <a16:creationId xmlns:a16="http://schemas.microsoft.com/office/drawing/2014/main" id="{92A02D22-F2B4-524D-D612-02CB625C89B4}"/>
              </a:ext>
            </a:extLst>
          </p:cNvPr>
          <p:cNvSpPr txBox="1"/>
          <p:nvPr/>
        </p:nvSpPr>
        <p:spPr>
          <a:xfrm>
            <a:off x="6386954" y="908008"/>
            <a:ext cx="1658471" cy="577081"/>
          </a:xfrm>
          <a:prstGeom prst="rect">
            <a:avLst/>
          </a:prstGeom>
          <a:noFill/>
        </p:spPr>
        <p:txBody>
          <a:bodyPr wrap="square" rtlCol="0">
            <a:spAutoFit/>
          </a:bodyPr>
          <a:lstStyle/>
          <a:p>
            <a:pPr algn="ctr"/>
            <a:r>
              <a:rPr lang="en-US" sz="1050" dirty="0"/>
              <a:t>Correlation of Forces and Means</a:t>
            </a:r>
          </a:p>
          <a:p>
            <a:pPr algn="ctr"/>
            <a:r>
              <a:rPr lang="en-US" sz="1050" dirty="0"/>
              <a:t>(Generated)</a:t>
            </a:r>
          </a:p>
        </p:txBody>
      </p:sp>
      <p:sp>
        <p:nvSpPr>
          <p:cNvPr id="146" name="Rectangle 145">
            <a:extLst>
              <a:ext uri="{FF2B5EF4-FFF2-40B4-BE49-F238E27FC236}">
                <a16:creationId xmlns:a16="http://schemas.microsoft.com/office/drawing/2014/main" id="{BB7BF372-953E-EC97-098A-173313E36ABC}"/>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87566C5A-7CD5-3987-5917-BE6735E5D5EB}"/>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Comparison Steps</a:t>
            </a:r>
          </a:p>
        </p:txBody>
      </p:sp>
      <p:sp>
        <p:nvSpPr>
          <p:cNvPr id="8" name="Rectangle 7">
            <a:extLst>
              <a:ext uri="{FF2B5EF4-FFF2-40B4-BE49-F238E27FC236}">
                <a16:creationId xmlns:a16="http://schemas.microsoft.com/office/drawing/2014/main" id="{C286B80C-01FF-B61C-11C4-15353D355DF0}"/>
              </a:ext>
            </a:extLst>
          </p:cNvPr>
          <p:cNvSpPr/>
          <p:nvPr/>
        </p:nvSpPr>
        <p:spPr>
          <a:xfrm>
            <a:off x="2558185" y="71735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 name="TextBox 8">
            <a:extLst>
              <a:ext uri="{FF2B5EF4-FFF2-40B4-BE49-F238E27FC236}">
                <a16:creationId xmlns:a16="http://schemas.microsoft.com/office/drawing/2014/main" id="{F09D298E-E916-81D5-2B34-BA986C63A4AF}"/>
              </a:ext>
            </a:extLst>
          </p:cNvPr>
          <p:cNvSpPr txBox="1"/>
          <p:nvPr/>
        </p:nvSpPr>
        <p:spPr>
          <a:xfrm>
            <a:off x="2701620" y="993813"/>
            <a:ext cx="1658471" cy="415498"/>
          </a:xfrm>
          <a:prstGeom prst="rect">
            <a:avLst/>
          </a:prstGeom>
          <a:noFill/>
        </p:spPr>
        <p:txBody>
          <a:bodyPr wrap="square" rtlCol="0">
            <a:spAutoFit/>
          </a:bodyPr>
          <a:lstStyle/>
          <a:p>
            <a:pPr algn="ctr"/>
            <a:r>
              <a:rPr lang="en-US" sz="1050" dirty="0"/>
              <a:t>Array of Initial Forces</a:t>
            </a:r>
          </a:p>
          <a:p>
            <a:pPr algn="ctr"/>
            <a:r>
              <a:rPr lang="en-US" sz="1050" dirty="0"/>
              <a:t>(Generated)</a:t>
            </a:r>
          </a:p>
        </p:txBody>
      </p:sp>
      <p:sp>
        <p:nvSpPr>
          <p:cNvPr id="11" name="Rectangle 10">
            <a:extLst>
              <a:ext uri="{FF2B5EF4-FFF2-40B4-BE49-F238E27FC236}">
                <a16:creationId xmlns:a16="http://schemas.microsoft.com/office/drawing/2014/main" id="{8E03178F-C89E-99F4-475C-01E58C8634CF}"/>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71288C3B-F436-5B0A-DD54-77AD4B835D60}"/>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39" name="TextBox 38">
            <a:extLst>
              <a:ext uri="{FF2B5EF4-FFF2-40B4-BE49-F238E27FC236}">
                <a16:creationId xmlns:a16="http://schemas.microsoft.com/office/drawing/2014/main" id="{4B3822DB-F249-DE12-F139-A7AC920E736E}"/>
              </a:ext>
            </a:extLst>
          </p:cNvPr>
          <p:cNvSpPr txBox="1"/>
          <p:nvPr/>
        </p:nvSpPr>
        <p:spPr>
          <a:xfrm>
            <a:off x="331641" y="2483689"/>
            <a:ext cx="8857189" cy="3970318"/>
          </a:xfrm>
          <a:prstGeom prst="rect">
            <a:avLst/>
          </a:prstGeom>
          <a:noFill/>
        </p:spPr>
        <p:txBody>
          <a:bodyPr wrap="square" rtlCol="0">
            <a:spAutoFit/>
          </a:bodyPr>
          <a:lstStyle/>
          <a:p>
            <a:r>
              <a:rPr lang="en-US" dirty="0"/>
              <a:t>Prompt: Assess and compare the different Courses of Action (COAs) to determine the best approach for a mission. The process ensures that the chosen strategy is effective, efficient, and doctrinally sound.  Ensure that the evaluation takes into consideration:</a:t>
            </a:r>
          </a:p>
          <a:p>
            <a:endParaRPr lang="en-US" dirty="0"/>
          </a:p>
          <a:p>
            <a:r>
              <a:rPr lang="en-US" b="1" dirty="0"/>
              <a:t>Feasibility:</a:t>
            </a:r>
            <a:r>
              <a:rPr lang="en-US" dirty="0"/>
              <a:t> Can the plan be executed using available time, space, and resources? </a:t>
            </a:r>
            <a:r>
              <a:rPr lang="en-US" b="1" dirty="0"/>
              <a:t>Acceptability:</a:t>
            </a:r>
            <a:r>
              <a:rPr lang="en-US" dirty="0"/>
              <a:t> Are the potential military gains worth the projected costs and risks? (e.g., Does the plan align with the law of war and national policy?) </a:t>
            </a:r>
          </a:p>
          <a:p>
            <a:r>
              <a:rPr lang="en-US" b="1" dirty="0"/>
              <a:t>Suitability:</a:t>
            </a:r>
            <a:r>
              <a:rPr lang="en-US" dirty="0"/>
              <a:t> Will the plan accomplish the mission and achieve the commander's objectives? </a:t>
            </a:r>
          </a:p>
          <a:p>
            <a:r>
              <a:rPr lang="en-US" b="1" dirty="0"/>
              <a:t>Distinguishability:</a:t>
            </a:r>
            <a:r>
              <a:rPr lang="en-US" dirty="0"/>
              <a:t> Is the COA significantly different from the other options? (e.g., Does it offer an entirely new approach or methodology rather than just a minor tweak?)</a:t>
            </a:r>
          </a:p>
          <a:p>
            <a:r>
              <a:rPr lang="en-US" b="1" dirty="0"/>
              <a:t>Completeness:</a:t>
            </a:r>
            <a:r>
              <a:rPr lang="en-US" dirty="0"/>
              <a:t> Does the plan address the who, what, where, when, how, and why regarding the employment of forces?</a:t>
            </a:r>
          </a:p>
          <a:p>
            <a:endParaRPr lang="en-US" dirty="0"/>
          </a:p>
        </p:txBody>
      </p:sp>
    </p:spTree>
    <p:extLst>
      <p:ext uri="{BB962C8B-B14F-4D97-AF65-F5344CB8AC3E}">
        <p14:creationId xmlns:p14="http://schemas.microsoft.com/office/powerpoint/2010/main" val="1182928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961BF-6094-7A69-7652-FDEC958A67B2}"/>
            </a:ext>
          </a:extLst>
        </p:cNvPr>
        <p:cNvGrpSpPr/>
        <p:nvPr/>
      </p:nvGrpSpPr>
      <p:grpSpPr>
        <a:xfrm>
          <a:off x="0" y="0"/>
          <a:ext cx="0" cy="0"/>
          <a:chOff x="0" y="0"/>
          <a:chExt cx="0" cy="0"/>
        </a:xfrm>
      </p:grpSpPr>
      <p:cxnSp>
        <p:nvCxnSpPr>
          <p:cNvPr id="136" name="Straight Arrow Connector 135">
            <a:extLst>
              <a:ext uri="{FF2B5EF4-FFF2-40B4-BE49-F238E27FC236}">
                <a16:creationId xmlns:a16="http://schemas.microsoft.com/office/drawing/2014/main" id="{41D8E3CC-D0B7-4E0D-E4A4-5E174FB34AFB}"/>
              </a:ext>
            </a:extLst>
          </p:cNvPr>
          <p:cNvCxnSpPr>
            <a:cxnSpLocks/>
          </p:cNvCxnSpPr>
          <p:nvPr/>
        </p:nvCxnSpPr>
        <p:spPr>
          <a:xfrm flipV="1">
            <a:off x="362139" y="1210396"/>
            <a:ext cx="9892432" cy="124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D45A48E5-CA2D-2682-241A-B23B97D539AB}"/>
              </a:ext>
            </a:extLst>
          </p:cNvPr>
          <p:cNvSpPr/>
          <p:nvPr/>
        </p:nvSpPr>
        <p:spPr>
          <a:xfrm>
            <a:off x="10210808" y="809597"/>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9" name="TextBox 18">
            <a:extLst>
              <a:ext uri="{FF2B5EF4-FFF2-40B4-BE49-F238E27FC236}">
                <a16:creationId xmlns:a16="http://schemas.microsoft.com/office/drawing/2014/main" id="{A496B2DF-14DB-6836-EDCC-FC19363545E7}"/>
              </a:ext>
            </a:extLst>
          </p:cNvPr>
          <p:cNvSpPr txBox="1"/>
          <p:nvPr/>
        </p:nvSpPr>
        <p:spPr>
          <a:xfrm>
            <a:off x="10346227" y="970963"/>
            <a:ext cx="1658471" cy="253916"/>
          </a:xfrm>
          <a:prstGeom prst="rect">
            <a:avLst/>
          </a:prstGeom>
          <a:noFill/>
        </p:spPr>
        <p:txBody>
          <a:bodyPr wrap="square" rtlCol="0">
            <a:spAutoFit/>
          </a:bodyPr>
          <a:lstStyle/>
          <a:p>
            <a:pPr algn="ctr"/>
            <a:r>
              <a:rPr lang="en-US" sz="1050" dirty="0"/>
              <a:t>Compare COAs</a:t>
            </a:r>
          </a:p>
        </p:txBody>
      </p:sp>
      <p:sp>
        <p:nvSpPr>
          <p:cNvPr id="29" name="TextBox 28">
            <a:extLst>
              <a:ext uri="{FF2B5EF4-FFF2-40B4-BE49-F238E27FC236}">
                <a16:creationId xmlns:a16="http://schemas.microsoft.com/office/drawing/2014/main" id="{31A0782F-EE1B-CB6E-76D9-92666DD7E412}"/>
              </a:ext>
            </a:extLst>
          </p:cNvPr>
          <p:cNvSpPr txBox="1"/>
          <p:nvPr/>
        </p:nvSpPr>
        <p:spPr>
          <a:xfrm>
            <a:off x="4994397" y="-16579"/>
            <a:ext cx="1924566" cy="369332"/>
          </a:xfrm>
          <a:prstGeom prst="rect">
            <a:avLst/>
          </a:prstGeom>
          <a:noFill/>
        </p:spPr>
        <p:txBody>
          <a:bodyPr wrap="none" rtlCol="0">
            <a:spAutoFit/>
          </a:bodyPr>
          <a:lstStyle/>
          <a:p>
            <a:r>
              <a:rPr lang="en-US" dirty="0"/>
              <a:t>COA Comparison</a:t>
            </a:r>
          </a:p>
        </p:txBody>
      </p:sp>
      <p:sp>
        <p:nvSpPr>
          <p:cNvPr id="66" name="Rectangle 65">
            <a:extLst>
              <a:ext uri="{FF2B5EF4-FFF2-40B4-BE49-F238E27FC236}">
                <a16:creationId xmlns:a16="http://schemas.microsoft.com/office/drawing/2014/main" id="{4160E259-BA19-B03A-557F-BCCFFA14AC1A}"/>
              </a:ext>
            </a:extLst>
          </p:cNvPr>
          <p:cNvSpPr/>
          <p:nvPr/>
        </p:nvSpPr>
        <p:spPr>
          <a:xfrm>
            <a:off x="4501031" y="80988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7" name="TextBox 66">
            <a:extLst>
              <a:ext uri="{FF2B5EF4-FFF2-40B4-BE49-F238E27FC236}">
                <a16:creationId xmlns:a16="http://schemas.microsoft.com/office/drawing/2014/main" id="{E2B00C6A-6E7F-9B19-D78B-3F0105DBFBF4}"/>
              </a:ext>
            </a:extLst>
          </p:cNvPr>
          <p:cNvSpPr txBox="1"/>
          <p:nvPr/>
        </p:nvSpPr>
        <p:spPr>
          <a:xfrm>
            <a:off x="4572748" y="877159"/>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70" name="Rectangle 69">
            <a:extLst>
              <a:ext uri="{FF2B5EF4-FFF2-40B4-BE49-F238E27FC236}">
                <a16:creationId xmlns:a16="http://schemas.microsoft.com/office/drawing/2014/main" id="{62E77B2D-290E-5DB3-E175-96A11948F083}"/>
              </a:ext>
            </a:extLst>
          </p:cNvPr>
          <p:cNvSpPr/>
          <p:nvPr/>
        </p:nvSpPr>
        <p:spPr>
          <a:xfrm>
            <a:off x="6391834" y="79581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1" name="TextBox 70">
            <a:extLst>
              <a:ext uri="{FF2B5EF4-FFF2-40B4-BE49-F238E27FC236}">
                <a16:creationId xmlns:a16="http://schemas.microsoft.com/office/drawing/2014/main" id="{22B1B6A1-2731-A999-69D3-D171DB456342}"/>
              </a:ext>
            </a:extLst>
          </p:cNvPr>
          <p:cNvSpPr txBox="1"/>
          <p:nvPr/>
        </p:nvSpPr>
        <p:spPr>
          <a:xfrm>
            <a:off x="6463551" y="991482"/>
            <a:ext cx="1658471" cy="415498"/>
          </a:xfrm>
          <a:prstGeom prst="rect">
            <a:avLst/>
          </a:prstGeom>
          <a:noFill/>
        </p:spPr>
        <p:txBody>
          <a:bodyPr wrap="square" rtlCol="0">
            <a:spAutoFit/>
          </a:bodyPr>
          <a:lstStyle/>
          <a:p>
            <a:pPr algn="ctr"/>
            <a:r>
              <a:rPr lang="en-US" sz="1050" dirty="0"/>
              <a:t>Environment Information</a:t>
            </a:r>
          </a:p>
          <a:p>
            <a:pPr algn="ctr"/>
            <a:r>
              <a:rPr lang="en-US" sz="1050" dirty="0"/>
              <a:t>(Upload Intel)</a:t>
            </a:r>
          </a:p>
        </p:txBody>
      </p:sp>
      <p:sp>
        <p:nvSpPr>
          <p:cNvPr id="72" name="Rectangle 71">
            <a:extLst>
              <a:ext uri="{FF2B5EF4-FFF2-40B4-BE49-F238E27FC236}">
                <a16:creationId xmlns:a16="http://schemas.microsoft.com/office/drawing/2014/main" id="{BF15F4A5-06A8-0537-A43F-5B1A89761103}"/>
              </a:ext>
            </a:extLst>
          </p:cNvPr>
          <p:cNvSpPr/>
          <p:nvPr/>
        </p:nvSpPr>
        <p:spPr>
          <a:xfrm>
            <a:off x="8324483" y="792451"/>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3" name="TextBox 72">
            <a:extLst>
              <a:ext uri="{FF2B5EF4-FFF2-40B4-BE49-F238E27FC236}">
                <a16:creationId xmlns:a16="http://schemas.microsoft.com/office/drawing/2014/main" id="{7DA2C916-D5A2-95B2-BA10-0603D09CB4A1}"/>
              </a:ext>
            </a:extLst>
          </p:cNvPr>
          <p:cNvSpPr txBox="1"/>
          <p:nvPr/>
        </p:nvSpPr>
        <p:spPr>
          <a:xfrm>
            <a:off x="8362208" y="867089"/>
            <a:ext cx="1658471" cy="577081"/>
          </a:xfrm>
          <a:prstGeom prst="rect">
            <a:avLst/>
          </a:prstGeom>
          <a:noFill/>
        </p:spPr>
        <p:txBody>
          <a:bodyPr wrap="square" rtlCol="0">
            <a:spAutoFit/>
          </a:bodyPr>
          <a:lstStyle/>
          <a:p>
            <a:pPr algn="ctr"/>
            <a:r>
              <a:rPr lang="en-US" sz="1050" dirty="0"/>
              <a:t>CDR’s Standing Orders and Guidance</a:t>
            </a:r>
          </a:p>
          <a:p>
            <a:pPr algn="ctr"/>
            <a:r>
              <a:rPr lang="en-US" sz="1050" dirty="0"/>
              <a:t>(Uploads)</a:t>
            </a:r>
          </a:p>
        </p:txBody>
      </p:sp>
      <p:sp>
        <p:nvSpPr>
          <p:cNvPr id="126" name="Rectangle 125">
            <a:extLst>
              <a:ext uri="{FF2B5EF4-FFF2-40B4-BE49-F238E27FC236}">
                <a16:creationId xmlns:a16="http://schemas.microsoft.com/office/drawing/2014/main" id="{AD83A4F5-C938-5833-E08B-25B30B77A92D}"/>
              </a:ext>
            </a:extLst>
          </p:cNvPr>
          <p:cNvSpPr/>
          <p:nvPr/>
        </p:nvSpPr>
        <p:spPr>
          <a:xfrm>
            <a:off x="2610505" y="83143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7" name="TextBox 126">
            <a:extLst>
              <a:ext uri="{FF2B5EF4-FFF2-40B4-BE49-F238E27FC236}">
                <a16:creationId xmlns:a16="http://schemas.microsoft.com/office/drawing/2014/main" id="{96D5C6CF-9250-B9E3-E1E4-18852DFEA3B9}"/>
              </a:ext>
            </a:extLst>
          </p:cNvPr>
          <p:cNvSpPr txBox="1"/>
          <p:nvPr/>
        </p:nvSpPr>
        <p:spPr>
          <a:xfrm>
            <a:off x="2718078" y="1034742"/>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4AC9B95F-0F83-D574-5075-DBB86AE77BDC}"/>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B4B6271F-A026-95E4-CA09-37474EE4EAFD}"/>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Comparison Steps</a:t>
            </a:r>
          </a:p>
        </p:txBody>
      </p:sp>
      <p:sp>
        <p:nvSpPr>
          <p:cNvPr id="13" name="Rectangle 12">
            <a:extLst>
              <a:ext uri="{FF2B5EF4-FFF2-40B4-BE49-F238E27FC236}">
                <a16:creationId xmlns:a16="http://schemas.microsoft.com/office/drawing/2014/main" id="{E7C4DAF2-F00E-89BB-FFB1-B2F44F832F07}"/>
              </a:ext>
            </a:extLst>
          </p:cNvPr>
          <p:cNvSpPr/>
          <p:nvPr/>
        </p:nvSpPr>
        <p:spPr>
          <a:xfrm>
            <a:off x="1387309" y="834778"/>
            <a:ext cx="117360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4" name="TextBox 13">
            <a:extLst>
              <a:ext uri="{FF2B5EF4-FFF2-40B4-BE49-F238E27FC236}">
                <a16:creationId xmlns:a16="http://schemas.microsoft.com/office/drawing/2014/main" id="{885D5987-8E89-6467-F6B2-09E6286428FD}"/>
              </a:ext>
            </a:extLst>
          </p:cNvPr>
          <p:cNvSpPr txBox="1"/>
          <p:nvPr/>
        </p:nvSpPr>
        <p:spPr>
          <a:xfrm>
            <a:off x="1108193" y="1011348"/>
            <a:ext cx="1658471" cy="415498"/>
          </a:xfrm>
          <a:prstGeom prst="rect">
            <a:avLst/>
          </a:prstGeom>
          <a:noFill/>
        </p:spPr>
        <p:txBody>
          <a:bodyPr wrap="square" rtlCol="0">
            <a:spAutoFit/>
          </a:bodyPr>
          <a:lstStyle/>
          <a:p>
            <a:pPr algn="ctr"/>
            <a:r>
              <a:rPr lang="en-US" sz="1050" dirty="0"/>
              <a:t>Options</a:t>
            </a:r>
          </a:p>
          <a:p>
            <a:pPr algn="ctr"/>
            <a:r>
              <a:rPr lang="en-US" sz="1050" dirty="0"/>
              <a:t>(Generated)</a:t>
            </a:r>
          </a:p>
        </p:txBody>
      </p:sp>
      <p:sp>
        <p:nvSpPr>
          <p:cNvPr id="15" name="Rectangle 14">
            <a:extLst>
              <a:ext uri="{FF2B5EF4-FFF2-40B4-BE49-F238E27FC236}">
                <a16:creationId xmlns:a16="http://schemas.microsoft.com/office/drawing/2014/main" id="{8E631F53-5CF7-46E2-D551-3D06FA70C079}"/>
              </a:ext>
            </a:extLst>
          </p:cNvPr>
          <p:cNvSpPr/>
          <p:nvPr/>
        </p:nvSpPr>
        <p:spPr>
          <a:xfrm>
            <a:off x="132578" y="811735"/>
            <a:ext cx="117360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6" name="TextBox 15">
            <a:extLst>
              <a:ext uri="{FF2B5EF4-FFF2-40B4-BE49-F238E27FC236}">
                <a16:creationId xmlns:a16="http://schemas.microsoft.com/office/drawing/2014/main" id="{F65FA487-43C7-8D97-9B23-9B740C78A4A3}"/>
              </a:ext>
            </a:extLst>
          </p:cNvPr>
          <p:cNvSpPr txBox="1"/>
          <p:nvPr/>
        </p:nvSpPr>
        <p:spPr>
          <a:xfrm>
            <a:off x="226000" y="1050878"/>
            <a:ext cx="1080182" cy="415498"/>
          </a:xfrm>
          <a:prstGeom prst="rect">
            <a:avLst/>
          </a:prstGeom>
          <a:noFill/>
        </p:spPr>
        <p:txBody>
          <a:bodyPr wrap="square" rtlCol="0">
            <a:spAutoFit/>
          </a:bodyPr>
          <a:lstStyle/>
          <a:p>
            <a:pPr algn="ctr"/>
            <a:r>
              <a:rPr lang="en-US" sz="1050" dirty="0"/>
              <a:t>Broad Concept</a:t>
            </a:r>
          </a:p>
          <a:p>
            <a:pPr algn="ctr"/>
            <a:r>
              <a:rPr lang="en-US" sz="1050" dirty="0"/>
              <a:t>(Generated)</a:t>
            </a:r>
          </a:p>
        </p:txBody>
      </p:sp>
      <p:sp>
        <p:nvSpPr>
          <p:cNvPr id="11" name="Rectangle 10">
            <a:extLst>
              <a:ext uri="{FF2B5EF4-FFF2-40B4-BE49-F238E27FC236}">
                <a16:creationId xmlns:a16="http://schemas.microsoft.com/office/drawing/2014/main" id="{B321444C-EDF2-C1BE-0B4D-3B45DB23248A}"/>
              </a:ext>
            </a:extLst>
          </p:cNvPr>
          <p:cNvSpPr/>
          <p:nvPr/>
        </p:nvSpPr>
        <p:spPr>
          <a:xfrm>
            <a:off x="249749" y="1740217"/>
            <a:ext cx="9676676" cy="508518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077ECEC-754D-C4F8-4D27-370B6B6BB3D4}"/>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39" name="TextBox 38">
            <a:extLst>
              <a:ext uri="{FF2B5EF4-FFF2-40B4-BE49-F238E27FC236}">
                <a16:creationId xmlns:a16="http://schemas.microsoft.com/office/drawing/2014/main" id="{A3B99C01-D435-AD85-4945-6DC3772CF7F0}"/>
              </a:ext>
            </a:extLst>
          </p:cNvPr>
          <p:cNvSpPr txBox="1"/>
          <p:nvPr/>
        </p:nvSpPr>
        <p:spPr>
          <a:xfrm>
            <a:off x="249749" y="1984909"/>
            <a:ext cx="9768860" cy="5355312"/>
          </a:xfrm>
          <a:prstGeom prst="rect">
            <a:avLst/>
          </a:prstGeom>
          <a:noFill/>
        </p:spPr>
        <p:txBody>
          <a:bodyPr wrap="square" rtlCol="0">
            <a:spAutoFit/>
          </a:bodyPr>
          <a:lstStyle/>
          <a:p>
            <a:r>
              <a:rPr lang="en-US" dirty="0"/>
              <a:t>Prompt: Establish Evaluation Criteria which should be tied to the commander's intent and can include:</a:t>
            </a:r>
          </a:p>
          <a:p>
            <a:pPr marL="342900" indent="-342900">
              <a:buAutoNum type="arabicPeriod"/>
            </a:pPr>
            <a:r>
              <a:rPr lang="en-US" dirty="0"/>
              <a:t>Simplicity and flexibility</a:t>
            </a:r>
          </a:p>
          <a:p>
            <a:pPr marL="342900" indent="-342900">
              <a:buAutoNum type="arabicPeriod"/>
            </a:pPr>
            <a:r>
              <a:rPr lang="en-US" dirty="0"/>
              <a:t>Time to execute</a:t>
            </a:r>
          </a:p>
          <a:p>
            <a:pPr marL="342900" indent="-342900">
              <a:buAutoNum type="arabicPeriod"/>
            </a:pPr>
            <a:r>
              <a:rPr lang="en-US" dirty="0"/>
              <a:t>Required forces and assets </a:t>
            </a:r>
          </a:p>
          <a:p>
            <a:pPr marL="342900" indent="-342900">
              <a:buAutoNum type="arabicPeriod"/>
            </a:pPr>
            <a:r>
              <a:rPr lang="en-US" dirty="0"/>
              <a:t>Casualty estimates</a:t>
            </a:r>
          </a:p>
          <a:p>
            <a:pPr marL="342900" indent="-342900">
              <a:buAutoNum type="arabicPeriod"/>
            </a:pPr>
            <a:r>
              <a:rPr lang="en-US" dirty="0"/>
              <a:t>Risk mitigation</a:t>
            </a:r>
          </a:p>
          <a:p>
            <a:pPr marL="342900" indent="-342900">
              <a:buAutoNum type="arabicPeriod"/>
            </a:pPr>
            <a:endParaRPr lang="en-US" dirty="0"/>
          </a:p>
          <a:p>
            <a:r>
              <a:rPr lang="en-US" dirty="0"/>
              <a:t>User must choose (maybe through drop down?) Choose a Comparison Technique used to evaluate each COA independently against the established criteria using one of these common doctrinal techniques:</a:t>
            </a:r>
          </a:p>
          <a:p>
            <a:r>
              <a:rPr lang="en-US" dirty="0"/>
              <a:t>Plus, Minus, or Zero: Assigns a "+", "-", or "0" based on whether the COA is favorable, unfavorable, or neutral regarding a specific criterion.</a:t>
            </a:r>
          </a:p>
          <a:p>
            <a:r>
              <a:rPr lang="en-US" dirty="0"/>
              <a:t>Weighted Numerical Comparison: Assigns a multiplier weight to each criterion and a numerical score to each COA, then totals the scores.</a:t>
            </a:r>
          </a:p>
          <a:p>
            <a:r>
              <a:rPr lang="en-US" dirty="0"/>
              <a:t>Relative Value: Assigns a score from 0 to 100 based on relative rank (e.g., the best COA gets 100).</a:t>
            </a:r>
          </a:p>
          <a:p>
            <a:r>
              <a:rPr lang="en-US" dirty="0"/>
              <a:t>Descriptive: Uses a descriptive paragraph or bullets to compare advantages and disadvantages.</a:t>
            </a:r>
          </a:p>
          <a:p>
            <a:endParaRPr lang="en-US" dirty="0"/>
          </a:p>
          <a:p>
            <a:endParaRPr lang="en-US" dirty="0"/>
          </a:p>
        </p:txBody>
      </p:sp>
    </p:spTree>
    <p:extLst>
      <p:ext uri="{BB962C8B-B14F-4D97-AF65-F5344CB8AC3E}">
        <p14:creationId xmlns:p14="http://schemas.microsoft.com/office/powerpoint/2010/main" val="2913805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644E6-732E-FE59-2DF8-DE42B2BC92AF}"/>
            </a:ext>
          </a:extLst>
        </p:cNvPr>
        <p:cNvGrpSpPr/>
        <p:nvPr/>
      </p:nvGrpSpPr>
      <p:grpSpPr>
        <a:xfrm>
          <a:off x="0" y="0"/>
          <a:ext cx="0" cy="0"/>
          <a:chOff x="0" y="0"/>
          <a:chExt cx="0" cy="0"/>
        </a:xfrm>
      </p:grpSpPr>
      <p:cxnSp>
        <p:nvCxnSpPr>
          <p:cNvPr id="137" name="Straight Arrow Connector 136">
            <a:extLst>
              <a:ext uri="{FF2B5EF4-FFF2-40B4-BE49-F238E27FC236}">
                <a16:creationId xmlns:a16="http://schemas.microsoft.com/office/drawing/2014/main" id="{40491824-4B9D-15F2-6DFA-897B818A0F36}"/>
              </a:ext>
            </a:extLst>
          </p:cNvPr>
          <p:cNvCxnSpPr>
            <a:cxnSpLocks/>
          </p:cNvCxnSpPr>
          <p:nvPr/>
        </p:nvCxnSpPr>
        <p:spPr>
          <a:xfrm flipV="1">
            <a:off x="1960983" y="1173302"/>
            <a:ext cx="8321542" cy="52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CCCB5826-27B4-041C-DB0B-1F4BB97538E1}"/>
              </a:ext>
            </a:extLst>
          </p:cNvPr>
          <p:cNvSpPr/>
          <p:nvPr/>
        </p:nvSpPr>
        <p:spPr>
          <a:xfrm>
            <a:off x="10210808" y="76029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0" name="TextBox 19">
            <a:extLst>
              <a:ext uri="{FF2B5EF4-FFF2-40B4-BE49-F238E27FC236}">
                <a16:creationId xmlns:a16="http://schemas.microsoft.com/office/drawing/2014/main" id="{FD37B8BF-0170-1075-2521-A4E4AA519F66}"/>
              </a:ext>
            </a:extLst>
          </p:cNvPr>
          <p:cNvSpPr txBox="1"/>
          <p:nvPr/>
        </p:nvSpPr>
        <p:spPr>
          <a:xfrm>
            <a:off x="10417946" y="1036746"/>
            <a:ext cx="1658471" cy="253916"/>
          </a:xfrm>
          <a:prstGeom prst="rect">
            <a:avLst/>
          </a:prstGeom>
          <a:noFill/>
        </p:spPr>
        <p:txBody>
          <a:bodyPr wrap="square" rtlCol="0">
            <a:spAutoFit/>
          </a:bodyPr>
          <a:lstStyle/>
          <a:p>
            <a:pPr algn="ctr"/>
            <a:r>
              <a:rPr lang="en-US" sz="1050" dirty="0"/>
              <a:t>Decision Matrix</a:t>
            </a:r>
          </a:p>
        </p:txBody>
      </p:sp>
      <p:sp>
        <p:nvSpPr>
          <p:cNvPr id="29" name="TextBox 28">
            <a:extLst>
              <a:ext uri="{FF2B5EF4-FFF2-40B4-BE49-F238E27FC236}">
                <a16:creationId xmlns:a16="http://schemas.microsoft.com/office/drawing/2014/main" id="{8CF8922F-9F89-DF30-A0B3-BBB3B7D3B224}"/>
              </a:ext>
            </a:extLst>
          </p:cNvPr>
          <p:cNvSpPr txBox="1"/>
          <p:nvPr/>
        </p:nvSpPr>
        <p:spPr>
          <a:xfrm>
            <a:off x="4994397" y="-16579"/>
            <a:ext cx="1924566" cy="369332"/>
          </a:xfrm>
          <a:prstGeom prst="rect">
            <a:avLst/>
          </a:prstGeom>
          <a:noFill/>
        </p:spPr>
        <p:txBody>
          <a:bodyPr wrap="none" rtlCol="0">
            <a:spAutoFit/>
          </a:bodyPr>
          <a:lstStyle/>
          <a:p>
            <a:r>
              <a:rPr lang="en-US" dirty="0"/>
              <a:t>COA Comparison</a:t>
            </a:r>
          </a:p>
        </p:txBody>
      </p:sp>
      <p:sp>
        <p:nvSpPr>
          <p:cNvPr id="98" name="Rectangle 97">
            <a:extLst>
              <a:ext uri="{FF2B5EF4-FFF2-40B4-BE49-F238E27FC236}">
                <a16:creationId xmlns:a16="http://schemas.microsoft.com/office/drawing/2014/main" id="{E4D89AD6-0EDD-29F8-C6B4-F000B590599C}"/>
              </a:ext>
            </a:extLst>
          </p:cNvPr>
          <p:cNvSpPr/>
          <p:nvPr/>
        </p:nvSpPr>
        <p:spPr>
          <a:xfrm>
            <a:off x="9135440" y="765096"/>
            <a:ext cx="99379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9" name="TextBox 98">
            <a:extLst>
              <a:ext uri="{FF2B5EF4-FFF2-40B4-BE49-F238E27FC236}">
                <a16:creationId xmlns:a16="http://schemas.microsoft.com/office/drawing/2014/main" id="{9EBDB75C-CED5-001F-46B1-E1B48EF11A32}"/>
              </a:ext>
            </a:extLst>
          </p:cNvPr>
          <p:cNvSpPr txBox="1"/>
          <p:nvPr/>
        </p:nvSpPr>
        <p:spPr>
          <a:xfrm>
            <a:off x="9016581" y="893508"/>
            <a:ext cx="1144739" cy="577081"/>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100" name="Rectangle 99">
            <a:extLst>
              <a:ext uri="{FF2B5EF4-FFF2-40B4-BE49-F238E27FC236}">
                <a16:creationId xmlns:a16="http://schemas.microsoft.com/office/drawing/2014/main" id="{CCFA5D1E-BFB4-DFE5-146E-B6D921491D8D}"/>
              </a:ext>
            </a:extLst>
          </p:cNvPr>
          <p:cNvSpPr/>
          <p:nvPr/>
        </p:nvSpPr>
        <p:spPr>
          <a:xfrm>
            <a:off x="7604376" y="746088"/>
            <a:ext cx="123198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1" name="TextBox 100">
            <a:extLst>
              <a:ext uri="{FF2B5EF4-FFF2-40B4-BE49-F238E27FC236}">
                <a16:creationId xmlns:a16="http://schemas.microsoft.com/office/drawing/2014/main" id="{E8EC426D-835C-9252-FE9A-E3AC2FE0443C}"/>
              </a:ext>
            </a:extLst>
          </p:cNvPr>
          <p:cNvSpPr txBox="1"/>
          <p:nvPr/>
        </p:nvSpPr>
        <p:spPr>
          <a:xfrm>
            <a:off x="7748713" y="1014673"/>
            <a:ext cx="1133917" cy="415498"/>
          </a:xfrm>
          <a:prstGeom prst="rect">
            <a:avLst/>
          </a:prstGeom>
          <a:noFill/>
        </p:spPr>
        <p:txBody>
          <a:bodyPr wrap="square" rtlCol="0">
            <a:spAutoFit/>
          </a:bodyPr>
          <a:lstStyle/>
          <a:p>
            <a:pPr algn="ctr"/>
            <a:r>
              <a:rPr lang="en-US" sz="1050" dirty="0"/>
              <a:t>Identified Tasks</a:t>
            </a:r>
          </a:p>
          <a:p>
            <a:pPr algn="ctr"/>
            <a:r>
              <a:rPr lang="en-US" sz="1050" dirty="0"/>
              <a:t>(Generated)</a:t>
            </a:r>
          </a:p>
        </p:txBody>
      </p:sp>
      <p:sp>
        <p:nvSpPr>
          <p:cNvPr id="146" name="Rectangle 145">
            <a:extLst>
              <a:ext uri="{FF2B5EF4-FFF2-40B4-BE49-F238E27FC236}">
                <a16:creationId xmlns:a16="http://schemas.microsoft.com/office/drawing/2014/main" id="{4DA50F61-DE00-236E-2D5D-5D5F70D07467}"/>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5E477179-B118-8B7C-170D-6E27F373663F}"/>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Comparison Steps</a:t>
            </a:r>
          </a:p>
        </p:txBody>
      </p:sp>
      <p:sp>
        <p:nvSpPr>
          <p:cNvPr id="17" name="Rectangle 16">
            <a:extLst>
              <a:ext uri="{FF2B5EF4-FFF2-40B4-BE49-F238E27FC236}">
                <a16:creationId xmlns:a16="http://schemas.microsoft.com/office/drawing/2014/main" id="{DA2FDBD0-06F1-6A7E-9FFA-3F38A4B3E7FF}"/>
              </a:ext>
            </a:extLst>
          </p:cNvPr>
          <p:cNvSpPr/>
          <p:nvPr/>
        </p:nvSpPr>
        <p:spPr>
          <a:xfrm>
            <a:off x="5667411" y="78084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2" name="TextBox 21">
            <a:extLst>
              <a:ext uri="{FF2B5EF4-FFF2-40B4-BE49-F238E27FC236}">
                <a16:creationId xmlns:a16="http://schemas.microsoft.com/office/drawing/2014/main" id="{1262277F-20E5-0E25-FD7E-BD3BC30A5D6D}"/>
              </a:ext>
            </a:extLst>
          </p:cNvPr>
          <p:cNvSpPr txBox="1"/>
          <p:nvPr/>
        </p:nvSpPr>
        <p:spPr>
          <a:xfrm>
            <a:off x="5739128" y="848115"/>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23" name="Rectangle 22">
            <a:extLst>
              <a:ext uri="{FF2B5EF4-FFF2-40B4-BE49-F238E27FC236}">
                <a16:creationId xmlns:a16="http://schemas.microsoft.com/office/drawing/2014/main" id="{5AD06830-3E17-3A56-A702-1F744FDD44B0}"/>
              </a:ext>
            </a:extLst>
          </p:cNvPr>
          <p:cNvSpPr/>
          <p:nvPr/>
        </p:nvSpPr>
        <p:spPr>
          <a:xfrm>
            <a:off x="4300383" y="784826"/>
            <a:ext cx="129555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4" name="TextBox 23">
            <a:extLst>
              <a:ext uri="{FF2B5EF4-FFF2-40B4-BE49-F238E27FC236}">
                <a16:creationId xmlns:a16="http://schemas.microsoft.com/office/drawing/2014/main" id="{91A2DE0C-24ED-E15D-D73C-662EDEC99424}"/>
              </a:ext>
            </a:extLst>
          </p:cNvPr>
          <p:cNvSpPr txBox="1"/>
          <p:nvPr/>
        </p:nvSpPr>
        <p:spPr>
          <a:xfrm>
            <a:off x="4135939" y="870090"/>
            <a:ext cx="1495069" cy="738664"/>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25" name="Rectangle 24">
            <a:extLst>
              <a:ext uri="{FF2B5EF4-FFF2-40B4-BE49-F238E27FC236}">
                <a16:creationId xmlns:a16="http://schemas.microsoft.com/office/drawing/2014/main" id="{DC5698BE-A112-C262-2D9A-E24196A9390E}"/>
              </a:ext>
            </a:extLst>
          </p:cNvPr>
          <p:cNvSpPr/>
          <p:nvPr/>
        </p:nvSpPr>
        <p:spPr>
          <a:xfrm>
            <a:off x="2972000" y="777278"/>
            <a:ext cx="117585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6" name="TextBox 25">
            <a:extLst>
              <a:ext uri="{FF2B5EF4-FFF2-40B4-BE49-F238E27FC236}">
                <a16:creationId xmlns:a16="http://schemas.microsoft.com/office/drawing/2014/main" id="{38BAE9AF-4128-A679-B696-7AE7D90921AA}"/>
              </a:ext>
            </a:extLst>
          </p:cNvPr>
          <p:cNvSpPr txBox="1"/>
          <p:nvPr/>
        </p:nvSpPr>
        <p:spPr>
          <a:xfrm>
            <a:off x="2955313" y="867335"/>
            <a:ext cx="1247573" cy="577081"/>
          </a:xfrm>
          <a:prstGeom prst="rect">
            <a:avLst/>
          </a:prstGeom>
          <a:noFill/>
        </p:spPr>
        <p:txBody>
          <a:bodyPr wrap="square" rtlCol="0">
            <a:spAutoFit/>
          </a:bodyPr>
          <a:lstStyle/>
          <a:p>
            <a:pPr algn="ctr"/>
            <a:r>
              <a:rPr lang="en-US" sz="1050" dirty="0"/>
              <a:t>Operation Details</a:t>
            </a:r>
          </a:p>
          <a:p>
            <a:pPr algn="ctr"/>
            <a:r>
              <a:rPr lang="en-US" sz="1050" dirty="0"/>
              <a:t>(Upload and OSINT)</a:t>
            </a:r>
          </a:p>
        </p:txBody>
      </p:sp>
      <p:sp>
        <p:nvSpPr>
          <p:cNvPr id="27" name="Rectangle 26">
            <a:extLst>
              <a:ext uri="{FF2B5EF4-FFF2-40B4-BE49-F238E27FC236}">
                <a16:creationId xmlns:a16="http://schemas.microsoft.com/office/drawing/2014/main" id="{FE8AD67F-C107-3C55-67C2-B588C72E8E66}"/>
              </a:ext>
            </a:extLst>
          </p:cNvPr>
          <p:cNvSpPr/>
          <p:nvPr/>
        </p:nvSpPr>
        <p:spPr>
          <a:xfrm>
            <a:off x="1848759" y="787296"/>
            <a:ext cx="101765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8" name="TextBox 27">
            <a:extLst>
              <a:ext uri="{FF2B5EF4-FFF2-40B4-BE49-F238E27FC236}">
                <a16:creationId xmlns:a16="http://schemas.microsoft.com/office/drawing/2014/main" id="{139D8139-8172-AE95-3267-6BDC3F883AFB}"/>
              </a:ext>
            </a:extLst>
          </p:cNvPr>
          <p:cNvSpPr txBox="1"/>
          <p:nvPr/>
        </p:nvSpPr>
        <p:spPr>
          <a:xfrm>
            <a:off x="1858049" y="948662"/>
            <a:ext cx="936651" cy="415498"/>
          </a:xfrm>
          <a:prstGeom prst="rect">
            <a:avLst/>
          </a:prstGeom>
          <a:noFill/>
        </p:spPr>
        <p:txBody>
          <a:bodyPr wrap="square" rtlCol="0">
            <a:spAutoFit/>
          </a:bodyPr>
          <a:lstStyle/>
          <a:p>
            <a:pPr algn="ctr"/>
            <a:r>
              <a:rPr lang="en-US" sz="1050" dirty="0"/>
              <a:t>Options</a:t>
            </a:r>
          </a:p>
          <a:p>
            <a:pPr algn="ctr"/>
            <a:r>
              <a:rPr lang="en-US" sz="1050" dirty="0"/>
              <a:t>(Generated)</a:t>
            </a:r>
          </a:p>
        </p:txBody>
      </p:sp>
      <p:sp>
        <p:nvSpPr>
          <p:cNvPr id="11" name="Rectangle 10">
            <a:extLst>
              <a:ext uri="{FF2B5EF4-FFF2-40B4-BE49-F238E27FC236}">
                <a16:creationId xmlns:a16="http://schemas.microsoft.com/office/drawing/2014/main" id="{56BC915A-069A-5168-70FF-29F70BB47926}"/>
              </a:ext>
            </a:extLst>
          </p:cNvPr>
          <p:cNvSpPr/>
          <p:nvPr/>
        </p:nvSpPr>
        <p:spPr>
          <a:xfrm>
            <a:off x="249749" y="1658921"/>
            <a:ext cx="9228072" cy="51664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98BF4C7-E25B-D601-F48D-56A87EFA45EF}"/>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39" name="TextBox 38">
            <a:extLst>
              <a:ext uri="{FF2B5EF4-FFF2-40B4-BE49-F238E27FC236}">
                <a16:creationId xmlns:a16="http://schemas.microsoft.com/office/drawing/2014/main" id="{55C23A92-9610-6C8D-AE59-5F4E70EAE665}"/>
              </a:ext>
            </a:extLst>
          </p:cNvPr>
          <p:cNvSpPr txBox="1"/>
          <p:nvPr/>
        </p:nvSpPr>
        <p:spPr>
          <a:xfrm>
            <a:off x="429682" y="2059971"/>
            <a:ext cx="8857189" cy="4801314"/>
          </a:xfrm>
          <a:prstGeom prst="rect">
            <a:avLst/>
          </a:prstGeom>
          <a:noFill/>
        </p:spPr>
        <p:txBody>
          <a:bodyPr wrap="square" rtlCol="0">
            <a:spAutoFit/>
          </a:bodyPr>
          <a:lstStyle/>
          <a:p>
            <a:r>
              <a:rPr lang="en-US" dirty="0"/>
              <a:t>Prompt: </a:t>
            </a:r>
          </a:p>
          <a:p>
            <a:r>
              <a:rPr lang="en-US" dirty="0"/>
              <a:t>1. Define Your Evaluation Criteria</a:t>
            </a:r>
          </a:p>
          <a:p>
            <a:r>
              <a:rPr lang="en-US" dirty="0"/>
              <a:t>Brainstorm the factors that matter most for mission success (e.g., speed, casualty risk, logistics/sustainment, resource availability). Define exactly what a "good" or "bad" score means for each criterion.</a:t>
            </a:r>
          </a:p>
          <a:p>
            <a:r>
              <a:rPr lang="en-US" dirty="0"/>
              <a:t>2. Assign Weights Not all criteria are equally important. Assign a weight to each criterion (e.g., on a scale of 1 to 5 or 1 to 10) based on its strategic or tactical priority. </a:t>
            </a:r>
          </a:p>
          <a:p>
            <a:r>
              <a:rPr lang="en-US" dirty="0"/>
              <a:t>3. List Your Options (COAs) Determine the possible courses of action or operational scenarios you are choosing between. </a:t>
            </a:r>
          </a:p>
          <a:p>
            <a:r>
              <a:rPr lang="en-US" dirty="0"/>
              <a:t>4. Score Each Option Evaluate every COA against your criteria using a standardized rubric (usually 1 to 5 or 1 to 10).</a:t>
            </a:r>
          </a:p>
          <a:p>
            <a:r>
              <a:rPr lang="en-US" dirty="0"/>
              <a:t>5. Calculate the Total Multiply the raw score of each criterion by its assigned weight. Add those numbers up for a final, total score for each COA. </a:t>
            </a:r>
          </a:p>
          <a:p>
            <a:r>
              <a:rPr lang="en-US" dirty="0"/>
              <a:t>6. Analyze Results Compare the final totals. The option with the highest score mathematically indicates the most favorable COA, though commanders should still validate the decision based on acceptable risk</a:t>
            </a:r>
          </a:p>
          <a:p>
            <a:endParaRPr lang="en-US" dirty="0"/>
          </a:p>
        </p:txBody>
      </p:sp>
    </p:spTree>
    <p:extLst>
      <p:ext uri="{BB962C8B-B14F-4D97-AF65-F5344CB8AC3E}">
        <p14:creationId xmlns:p14="http://schemas.microsoft.com/office/powerpoint/2010/main" val="856341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2391B-99CE-BD2B-CC5D-29F51782A3C2}"/>
            </a:ext>
          </a:extLst>
        </p:cNvPr>
        <p:cNvGrpSpPr/>
        <p:nvPr/>
      </p:nvGrpSpPr>
      <p:grpSpPr>
        <a:xfrm>
          <a:off x="0" y="0"/>
          <a:ext cx="0" cy="0"/>
          <a:chOff x="0" y="0"/>
          <a:chExt cx="0" cy="0"/>
        </a:xfrm>
      </p:grpSpPr>
      <p:cxnSp>
        <p:nvCxnSpPr>
          <p:cNvPr id="139" name="Straight Arrow Connector 138">
            <a:extLst>
              <a:ext uri="{FF2B5EF4-FFF2-40B4-BE49-F238E27FC236}">
                <a16:creationId xmlns:a16="http://schemas.microsoft.com/office/drawing/2014/main" id="{DDCC2CEE-BCBD-DEBC-14B0-B611529A51D6}"/>
              </a:ext>
            </a:extLst>
          </p:cNvPr>
          <p:cNvCxnSpPr>
            <a:cxnSpLocks/>
          </p:cNvCxnSpPr>
          <p:nvPr/>
        </p:nvCxnSpPr>
        <p:spPr>
          <a:xfrm>
            <a:off x="226000" y="739412"/>
            <a:ext cx="10005017" cy="18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50DEFBCF-C066-2B2E-BD35-7C2048049D64}"/>
              </a:ext>
            </a:extLst>
          </p:cNvPr>
          <p:cNvSpPr/>
          <p:nvPr/>
        </p:nvSpPr>
        <p:spPr>
          <a:xfrm>
            <a:off x="10223508" y="717670"/>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1" name="TextBox 20">
            <a:extLst>
              <a:ext uri="{FF2B5EF4-FFF2-40B4-BE49-F238E27FC236}">
                <a16:creationId xmlns:a16="http://schemas.microsoft.com/office/drawing/2014/main" id="{EDFEEAA3-0599-C408-8C86-97282188D1B2}"/>
              </a:ext>
            </a:extLst>
          </p:cNvPr>
          <p:cNvSpPr txBox="1"/>
          <p:nvPr/>
        </p:nvSpPr>
        <p:spPr>
          <a:xfrm>
            <a:off x="10430646" y="956813"/>
            <a:ext cx="1658471" cy="253916"/>
          </a:xfrm>
          <a:prstGeom prst="rect">
            <a:avLst/>
          </a:prstGeom>
          <a:noFill/>
        </p:spPr>
        <p:txBody>
          <a:bodyPr wrap="square" rtlCol="0">
            <a:spAutoFit/>
          </a:bodyPr>
          <a:lstStyle/>
          <a:p>
            <a:pPr algn="ctr"/>
            <a:r>
              <a:rPr lang="en-US" sz="1050" dirty="0"/>
              <a:t>Selection</a:t>
            </a:r>
          </a:p>
        </p:txBody>
      </p:sp>
      <p:sp>
        <p:nvSpPr>
          <p:cNvPr id="29" name="TextBox 28">
            <a:extLst>
              <a:ext uri="{FF2B5EF4-FFF2-40B4-BE49-F238E27FC236}">
                <a16:creationId xmlns:a16="http://schemas.microsoft.com/office/drawing/2014/main" id="{83A5C104-0943-3439-E1F0-81D36DC8F728}"/>
              </a:ext>
            </a:extLst>
          </p:cNvPr>
          <p:cNvSpPr txBox="1"/>
          <p:nvPr/>
        </p:nvSpPr>
        <p:spPr>
          <a:xfrm>
            <a:off x="4994397" y="-16579"/>
            <a:ext cx="1924566" cy="369332"/>
          </a:xfrm>
          <a:prstGeom prst="rect">
            <a:avLst/>
          </a:prstGeom>
          <a:noFill/>
        </p:spPr>
        <p:txBody>
          <a:bodyPr wrap="none" rtlCol="0">
            <a:spAutoFit/>
          </a:bodyPr>
          <a:lstStyle/>
          <a:p>
            <a:r>
              <a:rPr lang="en-US" dirty="0"/>
              <a:t>COA Comparison</a:t>
            </a:r>
          </a:p>
        </p:txBody>
      </p:sp>
      <p:sp>
        <p:nvSpPr>
          <p:cNvPr id="106" name="Rectangle 105">
            <a:extLst>
              <a:ext uri="{FF2B5EF4-FFF2-40B4-BE49-F238E27FC236}">
                <a16:creationId xmlns:a16="http://schemas.microsoft.com/office/drawing/2014/main" id="{3E0B15D7-752E-9801-F97F-E3587C3FC168}"/>
              </a:ext>
            </a:extLst>
          </p:cNvPr>
          <p:cNvSpPr/>
          <p:nvPr/>
        </p:nvSpPr>
        <p:spPr>
          <a:xfrm>
            <a:off x="8895239" y="739412"/>
            <a:ext cx="123114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7" name="TextBox 106">
            <a:extLst>
              <a:ext uri="{FF2B5EF4-FFF2-40B4-BE49-F238E27FC236}">
                <a16:creationId xmlns:a16="http://schemas.microsoft.com/office/drawing/2014/main" id="{716A6336-0780-77B9-256A-C6DA6D366B65}"/>
              </a:ext>
            </a:extLst>
          </p:cNvPr>
          <p:cNvSpPr txBox="1"/>
          <p:nvPr/>
        </p:nvSpPr>
        <p:spPr>
          <a:xfrm>
            <a:off x="8840578" y="739412"/>
            <a:ext cx="1658471" cy="415498"/>
          </a:xfrm>
          <a:prstGeom prst="rect">
            <a:avLst/>
          </a:prstGeom>
          <a:noFill/>
        </p:spPr>
        <p:txBody>
          <a:bodyPr wrap="square" rtlCol="0">
            <a:spAutoFit/>
          </a:bodyPr>
          <a:lstStyle/>
          <a:p>
            <a:pPr algn="ctr"/>
            <a:r>
              <a:rPr lang="en-US" sz="1050" dirty="0"/>
              <a:t>Options</a:t>
            </a:r>
          </a:p>
          <a:p>
            <a:pPr algn="ctr"/>
            <a:r>
              <a:rPr lang="en-US" sz="1050" dirty="0"/>
              <a:t>(Generated)</a:t>
            </a:r>
          </a:p>
        </p:txBody>
      </p:sp>
      <p:sp>
        <p:nvSpPr>
          <p:cNvPr id="108" name="Rectangle 107">
            <a:extLst>
              <a:ext uri="{FF2B5EF4-FFF2-40B4-BE49-F238E27FC236}">
                <a16:creationId xmlns:a16="http://schemas.microsoft.com/office/drawing/2014/main" id="{BC0C4BBD-E9CC-3B03-3B49-CCA36B93651F}"/>
              </a:ext>
            </a:extLst>
          </p:cNvPr>
          <p:cNvSpPr/>
          <p:nvPr/>
        </p:nvSpPr>
        <p:spPr>
          <a:xfrm>
            <a:off x="7523708" y="739412"/>
            <a:ext cx="1220763"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9" name="TextBox 108">
            <a:extLst>
              <a:ext uri="{FF2B5EF4-FFF2-40B4-BE49-F238E27FC236}">
                <a16:creationId xmlns:a16="http://schemas.microsoft.com/office/drawing/2014/main" id="{D369789E-5292-6094-C37F-0A35CB8A9BBE}"/>
              </a:ext>
            </a:extLst>
          </p:cNvPr>
          <p:cNvSpPr txBox="1"/>
          <p:nvPr/>
        </p:nvSpPr>
        <p:spPr>
          <a:xfrm>
            <a:off x="7518080" y="739412"/>
            <a:ext cx="1125801" cy="577081"/>
          </a:xfrm>
          <a:prstGeom prst="rect">
            <a:avLst/>
          </a:prstGeom>
          <a:noFill/>
        </p:spPr>
        <p:txBody>
          <a:bodyPr wrap="square" rtlCol="0">
            <a:spAutoFit/>
          </a:bodyPr>
          <a:lstStyle/>
          <a:p>
            <a:pPr algn="ctr"/>
            <a:r>
              <a:rPr lang="en-US" sz="1050" dirty="0"/>
              <a:t>Assess Relative Combat Power</a:t>
            </a:r>
          </a:p>
          <a:p>
            <a:pPr algn="ctr"/>
            <a:endParaRPr lang="en-US" sz="1050" dirty="0"/>
          </a:p>
        </p:txBody>
      </p:sp>
      <p:sp>
        <p:nvSpPr>
          <p:cNvPr id="110" name="Rectangle 109">
            <a:extLst>
              <a:ext uri="{FF2B5EF4-FFF2-40B4-BE49-F238E27FC236}">
                <a16:creationId xmlns:a16="http://schemas.microsoft.com/office/drawing/2014/main" id="{D3C56109-1737-DE5E-8F85-4C0050BC896A}"/>
              </a:ext>
            </a:extLst>
          </p:cNvPr>
          <p:cNvSpPr/>
          <p:nvPr/>
        </p:nvSpPr>
        <p:spPr>
          <a:xfrm>
            <a:off x="6362881" y="739412"/>
            <a:ext cx="1038164"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1" name="TextBox 110">
            <a:extLst>
              <a:ext uri="{FF2B5EF4-FFF2-40B4-BE49-F238E27FC236}">
                <a16:creationId xmlns:a16="http://schemas.microsoft.com/office/drawing/2014/main" id="{9B86C9EF-F363-9454-51DF-356A96569226}"/>
              </a:ext>
            </a:extLst>
          </p:cNvPr>
          <p:cNvSpPr txBox="1"/>
          <p:nvPr/>
        </p:nvSpPr>
        <p:spPr>
          <a:xfrm>
            <a:off x="6404201" y="739412"/>
            <a:ext cx="955524" cy="738664"/>
          </a:xfrm>
          <a:prstGeom prst="rect">
            <a:avLst/>
          </a:prstGeom>
          <a:solidFill>
            <a:schemeClr val="bg1"/>
          </a:solidFill>
        </p:spPr>
        <p:txBody>
          <a:bodyPr wrap="square" rtlCol="0">
            <a:spAutoFit/>
          </a:bodyPr>
          <a:lstStyle/>
          <a:p>
            <a:pPr algn="ctr"/>
            <a:r>
              <a:rPr lang="en-US" sz="1050" dirty="0"/>
              <a:t>Array of Initial Forces</a:t>
            </a:r>
          </a:p>
          <a:p>
            <a:pPr algn="ctr"/>
            <a:r>
              <a:rPr lang="en-US" sz="1050" dirty="0"/>
              <a:t>Upload and Generated)</a:t>
            </a:r>
          </a:p>
        </p:txBody>
      </p:sp>
      <p:sp>
        <p:nvSpPr>
          <p:cNvPr id="130" name="Rectangle 129">
            <a:extLst>
              <a:ext uri="{FF2B5EF4-FFF2-40B4-BE49-F238E27FC236}">
                <a16:creationId xmlns:a16="http://schemas.microsoft.com/office/drawing/2014/main" id="{747F2817-56E1-65D2-0DB3-6E2DE7B1B0B2}"/>
              </a:ext>
            </a:extLst>
          </p:cNvPr>
          <p:cNvSpPr/>
          <p:nvPr/>
        </p:nvSpPr>
        <p:spPr>
          <a:xfrm>
            <a:off x="5077572" y="739412"/>
            <a:ext cx="1197280"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31" name="TextBox 130">
            <a:extLst>
              <a:ext uri="{FF2B5EF4-FFF2-40B4-BE49-F238E27FC236}">
                <a16:creationId xmlns:a16="http://schemas.microsoft.com/office/drawing/2014/main" id="{6A12FB43-AF46-37F6-A348-06EE1E727E0F}"/>
              </a:ext>
            </a:extLst>
          </p:cNvPr>
          <p:cNvSpPr txBox="1"/>
          <p:nvPr/>
        </p:nvSpPr>
        <p:spPr>
          <a:xfrm>
            <a:off x="5066739" y="739412"/>
            <a:ext cx="1157650" cy="738664"/>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146" name="Rectangle 145">
            <a:extLst>
              <a:ext uri="{FF2B5EF4-FFF2-40B4-BE49-F238E27FC236}">
                <a16:creationId xmlns:a16="http://schemas.microsoft.com/office/drawing/2014/main" id="{4570530B-73BF-726D-C9E6-D989BBDDC20F}"/>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FAF1462A-858F-6F86-4F84-DB5E1F0FFCE5}"/>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Comparison Steps</a:t>
            </a:r>
          </a:p>
        </p:txBody>
      </p:sp>
      <p:sp>
        <p:nvSpPr>
          <p:cNvPr id="30" name="Rectangle 29">
            <a:extLst>
              <a:ext uri="{FF2B5EF4-FFF2-40B4-BE49-F238E27FC236}">
                <a16:creationId xmlns:a16="http://schemas.microsoft.com/office/drawing/2014/main" id="{8669398B-CC59-85AC-D2DC-C895A058F817}"/>
              </a:ext>
            </a:extLst>
          </p:cNvPr>
          <p:cNvSpPr/>
          <p:nvPr/>
        </p:nvSpPr>
        <p:spPr>
          <a:xfrm>
            <a:off x="3957284" y="739412"/>
            <a:ext cx="97452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1" name="TextBox 30">
            <a:extLst>
              <a:ext uri="{FF2B5EF4-FFF2-40B4-BE49-F238E27FC236}">
                <a16:creationId xmlns:a16="http://schemas.microsoft.com/office/drawing/2014/main" id="{D9E438A0-A209-E018-AD46-D3FBFA3B6596}"/>
              </a:ext>
            </a:extLst>
          </p:cNvPr>
          <p:cNvSpPr txBox="1"/>
          <p:nvPr/>
        </p:nvSpPr>
        <p:spPr>
          <a:xfrm>
            <a:off x="3986771" y="739412"/>
            <a:ext cx="896948" cy="577081"/>
          </a:xfrm>
          <a:prstGeom prst="rect">
            <a:avLst/>
          </a:prstGeom>
          <a:noFill/>
        </p:spPr>
        <p:txBody>
          <a:bodyPr wrap="square" rtlCol="0">
            <a:spAutoFit/>
          </a:bodyPr>
          <a:lstStyle/>
          <a:p>
            <a:pPr algn="ctr"/>
            <a:r>
              <a:rPr lang="en-US" sz="1050" dirty="0"/>
              <a:t>Broad Concept</a:t>
            </a:r>
          </a:p>
          <a:p>
            <a:pPr algn="ctr"/>
            <a:r>
              <a:rPr lang="en-US" sz="1050" dirty="0"/>
              <a:t>(Generated)</a:t>
            </a:r>
          </a:p>
        </p:txBody>
      </p:sp>
      <p:sp>
        <p:nvSpPr>
          <p:cNvPr id="33" name="Rectangle 32">
            <a:extLst>
              <a:ext uri="{FF2B5EF4-FFF2-40B4-BE49-F238E27FC236}">
                <a16:creationId xmlns:a16="http://schemas.microsoft.com/office/drawing/2014/main" id="{5481E19E-5CEA-710D-301B-D0DFDB69CE96}"/>
              </a:ext>
            </a:extLst>
          </p:cNvPr>
          <p:cNvSpPr/>
          <p:nvPr/>
        </p:nvSpPr>
        <p:spPr>
          <a:xfrm>
            <a:off x="2781479" y="739412"/>
            <a:ext cx="1072699"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4" name="TextBox 33">
            <a:extLst>
              <a:ext uri="{FF2B5EF4-FFF2-40B4-BE49-F238E27FC236}">
                <a16:creationId xmlns:a16="http://schemas.microsoft.com/office/drawing/2014/main" id="{8471F8C9-5913-0FCA-4982-C057AC1524AA}"/>
              </a:ext>
            </a:extLst>
          </p:cNvPr>
          <p:cNvSpPr txBox="1"/>
          <p:nvPr/>
        </p:nvSpPr>
        <p:spPr>
          <a:xfrm>
            <a:off x="2822077" y="739412"/>
            <a:ext cx="987310" cy="738664"/>
          </a:xfrm>
          <a:prstGeom prst="rect">
            <a:avLst/>
          </a:prstGeom>
          <a:noFill/>
        </p:spPr>
        <p:txBody>
          <a:bodyPr wrap="square" rtlCol="0">
            <a:spAutoFit/>
          </a:bodyPr>
          <a:lstStyle/>
          <a:p>
            <a:pPr algn="ctr"/>
            <a:r>
              <a:rPr lang="en-US" sz="1050" dirty="0"/>
              <a:t>Correlation of Forces and Means</a:t>
            </a:r>
          </a:p>
          <a:p>
            <a:pPr algn="ctr"/>
            <a:r>
              <a:rPr lang="en-US" sz="1050" dirty="0"/>
              <a:t>(Generated)</a:t>
            </a:r>
          </a:p>
        </p:txBody>
      </p:sp>
      <p:sp>
        <p:nvSpPr>
          <p:cNvPr id="35" name="Rectangle 34">
            <a:extLst>
              <a:ext uri="{FF2B5EF4-FFF2-40B4-BE49-F238E27FC236}">
                <a16:creationId xmlns:a16="http://schemas.microsoft.com/office/drawing/2014/main" id="{6CD481B3-800A-46B4-2044-8B5426875C12}"/>
              </a:ext>
            </a:extLst>
          </p:cNvPr>
          <p:cNvSpPr/>
          <p:nvPr/>
        </p:nvSpPr>
        <p:spPr>
          <a:xfrm>
            <a:off x="1646909" y="739412"/>
            <a:ext cx="99379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6" name="TextBox 35">
            <a:extLst>
              <a:ext uri="{FF2B5EF4-FFF2-40B4-BE49-F238E27FC236}">
                <a16:creationId xmlns:a16="http://schemas.microsoft.com/office/drawing/2014/main" id="{A36C5BED-1852-2AAC-704A-C94EA91AD040}"/>
              </a:ext>
            </a:extLst>
          </p:cNvPr>
          <p:cNvSpPr txBox="1"/>
          <p:nvPr/>
        </p:nvSpPr>
        <p:spPr>
          <a:xfrm>
            <a:off x="1528050" y="739412"/>
            <a:ext cx="1144739" cy="577081"/>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37" name="Rectangle 36">
            <a:extLst>
              <a:ext uri="{FF2B5EF4-FFF2-40B4-BE49-F238E27FC236}">
                <a16:creationId xmlns:a16="http://schemas.microsoft.com/office/drawing/2014/main" id="{C9C1DBA3-7D50-4163-CE2C-282C1074E80E}"/>
              </a:ext>
            </a:extLst>
          </p:cNvPr>
          <p:cNvSpPr/>
          <p:nvPr/>
        </p:nvSpPr>
        <p:spPr>
          <a:xfrm>
            <a:off x="152062" y="739412"/>
            <a:ext cx="1231985"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6" name="TextBox 45">
            <a:extLst>
              <a:ext uri="{FF2B5EF4-FFF2-40B4-BE49-F238E27FC236}">
                <a16:creationId xmlns:a16="http://schemas.microsoft.com/office/drawing/2014/main" id="{16E6AE4B-8BC9-79B9-2B60-0D4725B9E771}"/>
              </a:ext>
            </a:extLst>
          </p:cNvPr>
          <p:cNvSpPr txBox="1"/>
          <p:nvPr/>
        </p:nvSpPr>
        <p:spPr>
          <a:xfrm>
            <a:off x="296399" y="739412"/>
            <a:ext cx="1133917" cy="415498"/>
          </a:xfrm>
          <a:prstGeom prst="rect">
            <a:avLst/>
          </a:prstGeom>
          <a:noFill/>
        </p:spPr>
        <p:txBody>
          <a:bodyPr wrap="square" rtlCol="0">
            <a:spAutoFit/>
          </a:bodyPr>
          <a:lstStyle/>
          <a:p>
            <a:pPr algn="ctr"/>
            <a:r>
              <a:rPr lang="en-US" sz="1050" dirty="0"/>
              <a:t>Identified Tasks</a:t>
            </a:r>
          </a:p>
          <a:p>
            <a:pPr algn="ctr"/>
            <a:r>
              <a:rPr lang="en-US" sz="1050" dirty="0"/>
              <a:t>(Generated)</a:t>
            </a:r>
          </a:p>
        </p:txBody>
      </p:sp>
      <p:sp>
        <p:nvSpPr>
          <p:cNvPr id="11" name="Rectangle 10">
            <a:extLst>
              <a:ext uri="{FF2B5EF4-FFF2-40B4-BE49-F238E27FC236}">
                <a16:creationId xmlns:a16="http://schemas.microsoft.com/office/drawing/2014/main" id="{B857AC08-D174-DC5E-8950-B9F964A42372}"/>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BC44D78-01FA-0303-37A7-4C87666472A3}"/>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39" name="TextBox 38">
            <a:extLst>
              <a:ext uri="{FF2B5EF4-FFF2-40B4-BE49-F238E27FC236}">
                <a16:creationId xmlns:a16="http://schemas.microsoft.com/office/drawing/2014/main" id="{3F267F0B-B59F-E119-5E9A-3047A9D1FC5D}"/>
              </a:ext>
            </a:extLst>
          </p:cNvPr>
          <p:cNvSpPr txBox="1"/>
          <p:nvPr/>
        </p:nvSpPr>
        <p:spPr>
          <a:xfrm>
            <a:off x="429682" y="3066048"/>
            <a:ext cx="8857189" cy="646331"/>
          </a:xfrm>
          <a:prstGeom prst="rect">
            <a:avLst/>
          </a:prstGeom>
          <a:noFill/>
        </p:spPr>
        <p:txBody>
          <a:bodyPr wrap="square" rtlCol="0">
            <a:spAutoFit/>
          </a:bodyPr>
          <a:lstStyle/>
          <a:p>
            <a:r>
              <a:rPr lang="en-US" dirty="0"/>
              <a:t>Prompt:  Using the dependencies, the result of the decision matrix, and any other input from the user to select and display the chosen COA.</a:t>
            </a:r>
          </a:p>
        </p:txBody>
      </p:sp>
    </p:spTree>
    <p:extLst>
      <p:ext uri="{BB962C8B-B14F-4D97-AF65-F5344CB8AC3E}">
        <p14:creationId xmlns:p14="http://schemas.microsoft.com/office/powerpoint/2010/main" val="4126305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ADB68-D545-B572-4429-7EA6E1B880DE}"/>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80A12299-160A-563C-AB97-D9392F8963FA}"/>
              </a:ext>
            </a:extLst>
          </p:cNvPr>
          <p:cNvSpPr txBox="1"/>
          <p:nvPr/>
        </p:nvSpPr>
        <p:spPr>
          <a:xfrm>
            <a:off x="4994397" y="-16579"/>
            <a:ext cx="1924566" cy="369332"/>
          </a:xfrm>
          <a:prstGeom prst="rect">
            <a:avLst/>
          </a:prstGeom>
          <a:noFill/>
        </p:spPr>
        <p:txBody>
          <a:bodyPr wrap="none" rtlCol="0">
            <a:spAutoFit/>
          </a:bodyPr>
          <a:lstStyle/>
          <a:p>
            <a:r>
              <a:rPr lang="en-US" dirty="0"/>
              <a:t>COA Comparison</a:t>
            </a:r>
          </a:p>
        </p:txBody>
      </p:sp>
      <p:sp>
        <p:nvSpPr>
          <p:cNvPr id="2" name="Rectangle 1">
            <a:extLst>
              <a:ext uri="{FF2B5EF4-FFF2-40B4-BE49-F238E27FC236}">
                <a16:creationId xmlns:a16="http://schemas.microsoft.com/office/drawing/2014/main" id="{F475EFB9-BD5C-B993-4F91-4AE78D67F36E}"/>
              </a:ext>
            </a:extLst>
          </p:cNvPr>
          <p:cNvSpPr/>
          <p:nvPr/>
        </p:nvSpPr>
        <p:spPr>
          <a:xfrm>
            <a:off x="10210808" y="728026"/>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 name="TextBox 2">
            <a:extLst>
              <a:ext uri="{FF2B5EF4-FFF2-40B4-BE49-F238E27FC236}">
                <a16:creationId xmlns:a16="http://schemas.microsoft.com/office/drawing/2014/main" id="{FF07B84E-0284-5410-37D8-DBA41D33BF46}"/>
              </a:ext>
            </a:extLst>
          </p:cNvPr>
          <p:cNvSpPr txBox="1"/>
          <p:nvPr/>
        </p:nvSpPr>
        <p:spPr>
          <a:xfrm>
            <a:off x="10417946" y="728026"/>
            <a:ext cx="1658471" cy="415498"/>
          </a:xfrm>
          <a:prstGeom prst="rect">
            <a:avLst/>
          </a:prstGeom>
          <a:noFill/>
        </p:spPr>
        <p:txBody>
          <a:bodyPr wrap="square" rtlCol="0">
            <a:spAutoFit/>
          </a:bodyPr>
          <a:lstStyle/>
          <a:p>
            <a:pPr algn="ctr"/>
            <a:r>
              <a:rPr lang="en-US" sz="1050" dirty="0"/>
              <a:t>Updated </a:t>
            </a:r>
            <a:br>
              <a:rPr lang="en-US" sz="1050" dirty="0"/>
            </a:br>
            <a:r>
              <a:rPr lang="en-US" sz="1050" dirty="0"/>
              <a:t>Documentation</a:t>
            </a:r>
          </a:p>
        </p:txBody>
      </p:sp>
      <p:sp>
        <p:nvSpPr>
          <p:cNvPr id="114" name="Rectangle 113">
            <a:extLst>
              <a:ext uri="{FF2B5EF4-FFF2-40B4-BE49-F238E27FC236}">
                <a16:creationId xmlns:a16="http://schemas.microsoft.com/office/drawing/2014/main" id="{5DA1094B-24F9-82D8-8A40-F6540779C41D}"/>
              </a:ext>
            </a:extLst>
          </p:cNvPr>
          <p:cNvSpPr/>
          <p:nvPr/>
        </p:nvSpPr>
        <p:spPr>
          <a:xfrm>
            <a:off x="8302150" y="74068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5" name="TextBox 114">
            <a:extLst>
              <a:ext uri="{FF2B5EF4-FFF2-40B4-BE49-F238E27FC236}">
                <a16:creationId xmlns:a16="http://schemas.microsoft.com/office/drawing/2014/main" id="{F2AE8C61-6A80-9F8C-F37E-20B6760D4289}"/>
              </a:ext>
            </a:extLst>
          </p:cNvPr>
          <p:cNvSpPr txBox="1"/>
          <p:nvPr/>
        </p:nvSpPr>
        <p:spPr>
          <a:xfrm>
            <a:off x="8335808" y="935775"/>
            <a:ext cx="1658471" cy="577081"/>
          </a:xfrm>
          <a:prstGeom prst="rect">
            <a:avLst/>
          </a:prstGeom>
          <a:noFill/>
        </p:spPr>
        <p:txBody>
          <a:bodyPr wrap="square" rtlCol="0">
            <a:spAutoFit/>
          </a:bodyPr>
          <a:lstStyle/>
          <a:p>
            <a:pPr algn="ctr"/>
            <a:r>
              <a:rPr lang="en-US" sz="1050" dirty="0"/>
              <a:t>Options</a:t>
            </a:r>
          </a:p>
          <a:p>
            <a:pPr algn="ctr"/>
            <a:r>
              <a:rPr lang="en-US" sz="1050" dirty="0"/>
              <a:t>(Generated)</a:t>
            </a:r>
          </a:p>
          <a:p>
            <a:pPr algn="ctr"/>
            <a:endParaRPr lang="en-US" sz="1050" dirty="0"/>
          </a:p>
        </p:txBody>
      </p:sp>
      <p:sp>
        <p:nvSpPr>
          <p:cNvPr id="146" name="Rectangle 145">
            <a:extLst>
              <a:ext uri="{FF2B5EF4-FFF2-40B4-BE49-F238E27FC236}">
                <a16:creationId xmlns:a16="http://schemas.microsoft.com/office/drawing/2014/main" id="{59C1693A-459E-6BEE-0EF9-C9E7634F55DF}"/>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C7367C3C-1A6E-99D7-2216-DFF7E68A8CFB}"/>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Comparison Steps</a:t>
            </a:r>
          </a:p>
        </p:txBody>
      </p:sp>
      <p:sp>
        <p:nvSpPr>
          <p:cNvPr id="48" name="Rectangle 47">
            <a:extLst>
              <a:ext uri="{FF2B5EF4-FFF2-40B4-BE49-F238E27FC236}">
                <a16:creationId xmlns:a16="http://schemas.microsoft.com/office/drawing/2014/main" id="{D828391B-4B84-355B-4150-773B35F32D6E}"/>
              </a:ext>
            </a:extLst>
          </p:cNvPr>
          <p:cNvSpPr/>
          <p:nvPr/>
        </p:nvSpPr>
        <p:spPr>
          <a:xfrm>
            <a:off x="6362881" y="728026"/>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49" name="TextBox 48">
            <a:extLst>
              <a:ext uri="{FF2B5EF4-FFF2-40B4-BE49-F238E27FC236}">
                <a16:creationId xmlns:a16="http://schemas.microsoft.com/office/drawing/2014/main" id="{4B6B1117-C9A4-D1A2-914C-7213C67B32B6}"/>
              </a:ext>
            </a:extLst>
          </p:cNvPr>
          <p:cNvSpPr txBox="1"/>
          <p:nvPr/>
        </p:nvSpPr>
        <p:spPr>
          <a:xfrm>
            <a:off x="6362881" y="935775"/>
            <a:ext cx="1658471" cy="415498"/>
          </a:xfrm>
          <a:prstGeom prst="rect">
            <a:avLst/>
          </a:prstGeom>
          <a:noFill/>
        </p:spPr>
        <p:txBody>
          <a:bodyPr wrap="square" rtlCol="0">
            <a:spAutoFit/>
          </a:bodyPr>
          <a:lstStyle/>
          <a:p>
            <a:pPr algn="ctr"/>
            <a:r>
              <a:rPr lang="en-US" sz="1050" dirty="0"/>
              <a:t>Wargaming Method and results display</a:t>
            </a:r>
          </a:p>
        </p:txBody>
      </p:sp>
      <p:sp>
        <p:nvSpPr>
          <p:cNvPr id="11" name="Rectangle 10">
            <a:extLst>
              <a:ext uri="{FF2B5EF4-FFF2-40B4-BE49-F238E27FC236}">
                <a16:creationId xmlns:a16="http://schemas.microsoft.com/office/drawing/2014/main" id="{3419EC99-1E7A-8A63-FC5D-03830B1A939A}"/>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A861409-F578-3652-AC51-72B566106C78}"/>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39" name="TextBox 38">
            <a:extLst>
              <a:ext uri="{FF2B5EF4-FFF2-40B4-BE49-F238E27FC236}">
                <a16:creationId xmlns:a16="http://schemas.microsoft.com/office/drawing/2014/main" id="{335C9A12-B26B-A0C9-02DF-906927A8CA7F}"/>
              </a:ext>
            </a:extLst>
          </p:cNvPr>
          <p:cNvSpPr txBox="1"/>
          <p:nvPr/>
        </p:nvSpPr>
        <p:spPr>
          <a:xfrm>
            <a:off x="429682" y="3066048"/>
            <a:ext cx="8857189" cy="369332"/>
          </a:xfrm>
          <a:prstGeom prst="rect">
            <a:avLst/>
          </a:prstGeom>
          <a:noFill/>
        </p:spPr>
        <p:txBody>
          <a:bodyPr wrap="square" rtlCol="0">
            <a:spAutoFit/>
          </a:bodyPr>
          <a:lstStyle/>
          <a:p>
            <a:r>
              <a:rPr lang="en-US" dirty="0"/>
              <a:t>Prompt:</a:t>
            </a:r>
          </a:p>
        </p:txBody>
      </p:sp>
      <p:sp>
        <p:nvSpPr>
          <p:cNvPr id="4" name="TextBox 3">
            <a:extLst>
              <a:ext uri="{FF2B5EF4-FFF2-40B4-BE49-F238E27FC236}">
                <a16:creationId xmlns:a16="http://schemas.microsoft.com/office/drawing/2014/main" id="{CA5467DD-6215-7C9A-13B6-F41D43BBC87E}"/>
              </a:ext>
            </a:extLst>
          </p:cNvPr>
          <p:cNvSpPr txBox="1"/>
          <p:nvPr/>
        </p:nvSpPr>
        <p:spPr>
          <a:xfrm rot="19330044">
            <a:off x="1994634" y="3468384"/>
            <a:ext cx="4892237" cy="584775"/>
          </a:xfrm>
          <a:prstGeom prst="rect">
            <a:avLst/>
          </a:prstGeom>
          <a:noFill/>
        </p:spPr>
        <p:txBody>
          <a:bodyPr wrap="none" rtlCol="0">
            <a:spAutoFit/>
          </a:bodyPr>
          <a:lstStyle/>
          <a:p>
            <a:r>
              <a:rPr lang="en-US" sz="3200" dirty="0">
                <a:solidFill>
                  <a:srgbClr val="FF0000"/>
                </a:solidFill>
              </a:rPr>
              <a:t>Not sure we need this Step</a:t>
            </a:r>
          </a:p>
        </p:txBody>
      </p:sp>
    </p:spTree>
    <p:extLst>
      <p:ext uri="{BB962C8B-B14F-4D97-AF65-F5344CB8AC3E}">
        <p14:creationId xmlns:p14="http://schemas.microsoft.com/office/powerpoint/2010/main" val="18803247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AEDC0-5033-5A80-D59B-4AB64C5F0789}"/>
            </a:ext>
          </a:extLst>
        </p:cNvPr>
        <p:cNvGrpSpPr/>
        <p:nvPr/>
      </p:nvGrpSpPr>
      <p:grpSpPr>
        <a:xfrm>
          <a:off x="0" y="0"/>
          <a:ext cx="0" cy="0"/>
          <a:chOff x="0" y="0"/>
          <a:chExt cx="0" cy="0"/>
        </a:xfrm>
      </p:grpSpPr>
      <p:cxnSp>
        <p:nvCxnSpPr>
          <p:cNvPr id="136" name="Straight Arrow Connector 135">
            <a:extLst>
              <a:ext uri="{FF2B5EF4-FFF2-40B4-BE49-F238E27FC236}">
                <a16:creationId xmlns:a16="http://schemas.microsoft.com/office/drawing/2014/main" id="{B0E9527C-4390-751C-55AB-6643635115A0}"/>
              </a:ext>
            </a:extLst>
          </p:cNvPr>
          <p:cNvCxnSpPr>
            <a:cxnSpLocks/>
            <a:stCxn id="55" idx="1"/>
          </p:cNvCxnSpPr>
          <p:nvPr/>
        </p:nvCxnSpPr>
        <p:spPr>
          <a:xfrm flipV="1">
            <a:off x="6877243" y="2143650"/>
            <a:ext cx="3377328" cy="36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B346183C-3A97-6830-E83B-6A9C18D068BA}"/>
              </a:ext>
            </a:extLst>
          </p:cNvPr>
          <p:cNvCxnSpPr>
            <a:cxnSpLocks/>
          </p:cNvCxnSpPr>
          <p:nvPr/>
        </p:nvCxnSpPr>
        <p:spPr>
          <a:xfrm>
            <a:off x="4016009" y="1102005"/>
            <a:ext cx="6194798" cy="827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EF9ECD90-7D59-A5BF-53EE-55FB4E6604F0}"/>
              </a:ext>
            </a:extLst>
          </p:cNvPr>
          <p:cNvSpPr/>
          <p:nvPr/>
        </p:nvSpPr>
        <p:spPr>
          <a:xfrm>
            <a:off x="10210808" y="78081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 name="Rectangle 4">
            <a:extLst>
              <a:ext uri="{FF2B5EF4-FFF2-40B4-BE49-F238E27FC236}">
                <a16:creationId xmlns:a16="http://schemas.microsoft.com/office/drawing/2014/main" id="{025E8B0D-93B8-A958-4683-819A648F2360}"/>
              </a:ext>
            </a:extLst>
          </p:cNvPr>
          <p:cNvSpPr/>
          <p:nvPr/>
        </p:nvSpPr>
        <p:spPr>
          <a:xfrm>
            <a:off x="10210808" y="166743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 name="Rectangle 5">
            <a:extLst>
              <a:ext uri="{FF2B5EF4-FFF2-40B4-BE49-F238E27FC236}">
                <a16:creationId xmlns:a16="http://schemas.microsoft.com/office/drawing/2014/main" id="{4D7E9D44-5C12-9301-1E74-E83FB5A90337}"/>
              </a:ext>
            </a:extLst>
          </p:cNvPr>
          <p:cNvSpPr/>
          <p:nvPr/>
        </p:nvSpPr>
        <p:spPr>
          <a:xfrm>
            <a:off x="10210808" y="253252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1C5E77A5-1BEC-DAB9-4CE5-5DC08E5E76B8}"/>
              </a:ext>
            </a:extLst>
          </p:cNvPr>
          <p:cNvSpPr txBox="1"/>
          <p:nvPr/>
        </p:nvSpPr>
        <p:spPr>
          <a:xfrm>
            <a:off x="10282525" y="848089"/>
            <a:ext cx="1658471" cy="253916"/>
          </a:xfrm>
          <a:prstGeom prst="rect">
            <a:avLst/>
          </a:prstGeom>
          <a:noFill/>
        </p:spPr>
        <p:txBody>
          <a:bodyPr wrap="square" rtlCol="0">
            <a:spAutoFit/>
          </a:bodyPr>
          <a:lstStyle/>
          <a:p>
            <a:pPr algn="ctr"/>
            <a:r>
              <a:rPr lang="en-US" sz="1050" dirty="0"/>
              <a:t>Approved COA</a:t>
            </a:r>
          </a:p>
        </p:txBody>
      </p:sp>
      <p:sp>
        <p:nvSpPr>
          <p:cNvPr id="19" name="TextBox 18">
            <a:extLst>
              <a:ext uri="{FF2B5EF4-FFF2-40B4-BE49-F238E27FC236}">
                <a16:creationId xmlns:a16="http://schemas.microsoft.com/office/drawing/2014/main" id="{DD0E2C23-6B4A-EE9E-FC58-9458D71083C1}"/>
              </a:ext>
            </a:extLst>
          </p:cNvPr>
          <p:cNvSpPr txBox="1"/>
          <p:nvPr/>
        </p:nvSpPr>
        <p:spPr>
          <a:xfrm>
            <a:off x="10346227" y="1828801"/>
            <a:ext cx="1658471" cy="253916"/>
          </a:xfrm>
          <a:prstGeom prst="rect">
            <a:avLst/>
          </a:prstGeom>
          <a:noFill/>
        </p:spPr>
        <p:txBody>
          <a:bodyPr wrap="square" rtlCol="0">
            <a:spAutoFit/>
          </a:bodyPr>
          <a:lstStyle/>
          <a:p>
            <a:pPr algn="ctr"/>
            <a:r>
              <a:rPr lang="en-US" sz="1050" dirty="0"/>
              <a:t>Refinements</a:t>
            </a:r>
          </a:p>
        </p:txBody>
      </p:sp>
      <p:sp>
        <p:nvSpPr>
          <p:cNvPr id="20" name="TextBox 19">
            <a:extLst>
              <a:ext uri="{FF2B5EF4-FFF2-40B4-BE49-F238E27FC236}">
                <a16:creationId xmlns:a16="http://schemas.microsoft.com/office/drawing/2014/main" id="{D4612AC2-9846-6E6A-D73E-3B1419960BBE}"/>
              </a:ext>
            </a:extLst>
          </p:cNvPr>
          <p:cNvSpPr txBox="1"/>
          <p:nvPr/>
        </p:nvSpPr>
        <p:spPr>
          <a:xfrm>
            <a:off x="10417946" y="2808983"/>
            <a:ext cx="1658471" cy="253916"/>
          </a:xfrm>
          <a:prstGeom prst="rect">
            <a:avLst/>
          </a:prstGeom>
          <a:noFill/>
        </p:spPr>
        <p:txBody>
          <a:bodyPr wrap="square" rtlCol="0">
            <a:spAutoFit/>
          </a:bodyPr>
          <a:lstStyle/>
          <a:p>
            <a:pPr algn="ctr"/>
            <a:r>
              <a:rPr lang="en-US" sz="1050" dirty="0"/>
              <a:t>Transition to Execution</a:t>
            </a:r>
          </a:p>
        </p:txBody>
      </p:sp>
      <p:sp>
        <p:nvSpPr>
          <p:cNvPr id="29" name="TextBox 28">
            <a:extLst>
              <a:ext uri="{FF2B5EF4-FFF2-40B4-BE49-F238E27FC236}">
                <a16:creationId xmlns:a16="http://schemas.microsoft.com/office/drawing/2014/main" id="{7E2C4B71-D4A1-E20B-71CF-6F0E4CE89295}"/>
              </a:ext>
            </a:extLst>
          </p:cNvPr>
          <p:cNvSpPr txBox="1"/>
          <p:nvPr/>
        </p:nvSpPr>
        <p:spPr>
          <a:xfrm>
            <a:off x="374896" y="115694"/>
            <a:ext cx="1570558" cy="369332"/>
          </a:xfrm>
          <a:prstGeom prst="rect">
            <a:avLst/>
          </a:prstGeom>
          <a:noFill/>
        </p:spPr>
        <p:txBody>
          <a:bodyPr wrap="none" rtlCol="0">
            <a:spAutoFit/>
          </a:bodyPr>
          <a:lstStyle/>
          <a:p>
            <a:r>
              <a:rPr lang="en-US" dirty="0"/>
              <a:t>COA Approval</a:t>
            </a:r>
          </a:p>
        </p:txBody>
      </p:sp>
      <p:sp>
        <p:nvSpPr>
          <p:cNvPr id="146" name="Rectangle 145">
            <a:extLst>
              <a:ext uri="{FF2B5EF4-FFF2-40B4-BE49-F238E27FC236}">
                <a16:creationId xmlns:a16="http://schemas.microsoft.com/office/drawing/2014/main" id="{E3CCABEF-5910-5743-F042-FA68AE6C06FD}"/>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40F072AF-FE4C-9E55-58C6-D358AEA56A81}"/>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Approval Steps</a:t>
            </a:r>
          </a:p>
        </p:txBody>
      </p:sp>
      <p:sp>
        <p:nvSpPr>
          <p:cNvPr id="11" name="Rectangle 10">
            <a:extLst>
              <a:ext uri="{FF2B5EF4-FFF2-40B4-BE49-F238E27FC236}">
                <a16:creationId xmlns:a16="http://schemas.microsoft.com/office/drawing/2014/main" id="{67EC44B0-95A8-0ECB-3781-6AA639798D03}"/>
              </a:ext>
            </a:extLst>
          </p:cNvPr>
          <p:cNvSpPr/>
          <p:nvPr/>
        </p:nvSpPr>
        <p:spPr>
          <a:xfrm>
            <a:off x="6047792" y="82366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 name="Rectangle 11">
            <a:extLst>
              <a:ext uri="{FF2B5EF4-FFF2-40B4-BE49-F238E27FC236}">
                <a16:creationId xmlns:a16="http://schemas.microsoft.com/office/drawing/2014/main" id="{15607A94-C893-9E6A-ECFF-E85A5E5DAF49}"/>
              </a:ext>
            </a:extLst>
          </p:cNvPr>
          <p:cNvSpPr/>
          <p:nvPr/>
        </p:nvSpPr>
        <p:spPr>
          <a:xfrm>
            <a:off x="4016009" y="83432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9" name="TextBox 38">
            <a:extLst>
              <a:ext uri="{FF2B5EF4-FFF2-40B4-BE49-F238E27FC236}">
                <a16:creationId xmlns:a16="http://schemas.microsoft.com/office/drawing/2014/main" id="{40234B87-A2B4-6FC1-1190-1314CF1BE36B}"/>
              </a:ext>
            </a:extLst>
          </p:cNvPr>
          <p:cNvSpPr txBox="1"/>
          <p:nvPr/>
        </p:nvSpPr>
        <p:spPr>
          <a:xfrm>
            <a:off x="6183211" y="985030"/>
            <a:ext cx="1658471" cy="253916"/>
          </a:xfrm>
          <a:prstGeom prst="rect">
            <a:avLst/>
          </a:prstGeom>
          <a:noFill/>
        </p:spPr>
        <p:txBody>
          <a:bodyPr wrap="square" rtlCol="0">
            <a:spAutoFit/>
          </a:bodyPr>
          <a:lstStyle/>
          <a:p>
            <a:pPr algn="ctr"/>
            <a:r>
              <a:rPr lang="en-US" sz="1050" dirty="0"/>
              <a:t>Compare COAs</a:t>
            </a:r>
          </a:p>
        </p:txBody>
      </p:sp>
      <p:sp>
        <p:nvSpPr>
          <p:cNvPr id="42" name="TextBox 41">
            <a:extLst>
              <a:ext uri="{FF2B5EF4-FFF2-40B4-BE49-F238E27FC236}">
                <a16:creationId xmlns:a16="http://schemas.microsoft.com/office/drawing/2014/main" id="{18462059-8FFB-9761-5886-DB2A4F3456F6}"/>
              </a:ext>
            </a:extLst>
          </p:cNvPr>
          <p:cNvSpPr txBox="1"/>
          <p:nvPr/>
        </p:nvSpPr>
        <p:spPr>
          <a:xfrm>
            <a:off x="4223147" y="1110783"/>
            <a:ext cx="1658471" cy="253916"/>
          </a:xfrm>
          <a:prstGeom prst="rect">
            <a:avLst/>
          </a:prstGeom>
          <a:noFill/>
        </p:spPr>
        <p:txBody>
          <a:bodyPr wrap="square" rtlCol="0">
            <a:spAutoFit/>
          </a:bodyPr>
          <a:lstStyle/>
          <a:p>
            <a:pPr algn="ctr"/>
            <a:r>
              <a:rPr lang="en-US" sz="1050" dirty="0"/>
              <a:t>Decision Matrix</a:t>
            </a:r>
          </a:p>
        </p:txBody>
      </p:sp>
      <p:sp>
        <p:nvSpPr>
          <p:cNvPr id="50" name="Rectangle 49">
            <a:extLst>
              <a:ext uri="{FF2B5EF4-FFF2-40B4-BE49-F238E27FC236}">
                <a16:creationId xmlns:a16="http://schemas.microsoft.com/office/drawing/2014/main" id="{107FC0A2-A2B5-4B13-F541-F0F9A24C4FCC}"/>
              </a:ext>
            </a:extLst>
          </p:cNvPr>
          <p:cNvSpPr/>
          <p:nvPr/>
        </p:nvSpPr>
        <p:spPr>
          <a:xfrm>
            <a:off x="8015872" y="82271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1" name="TextBox 50">
            <a:extLst>
              <a:ext uri="{FF2B5EF4-FFF2-40B4-BE49-F238E27FC236}">
                <a16:creationId xmlns:a16="http://schemas.microsoft.com/office/drawing/2014/main" id="{85ECB8C5-C43F-A59C-DB6E-A905797EC049}"/>
              </a:ext>
            </a:extLst>
          </p:cNvPr>
          <p:cNvSpPr txBox="1"/>
          <p:nvPr/>
        </p:nvSpPr>
        <p:spPr>
          <a:xfrm>
            <a:off x="8223010" y="1061858"/>
            <a:ext cx="1658471" cy="253916"/>
          </a:xfrm>
          <a:prstGeom prst="rect">
            <a:avLst/>
          </a:prstGeom>
          <a:noFill/>
        </p:spPr>
        <p:txBody>
          <a:bodyPr wrap="square" rtlCol="0">
            <a:spAutoFit/>
          </a:bodyPr>
          <a:lstStyle/>
          <a:p>
            <a:pPr algn="ctr"/>
            <a:r>
              <a:rPr lang="en-US" sz="1050" dirty="0"/>
              <a:t>Selection</a:t>
            </a:r>
          </a:p>
        </p:txBody>
      </p:sp>
      <p:sp>
        <p:nvSpPr>
          <p:cNvPr id="52" name="Rectangle 51">
            <a:extLst>
              <a:ext uri="{FF2B5EF4-FFF2-40B4-BE49-F238E27FC236}">
                <a16:creationId xmlns:a16="http://schemas.microsoft.com/office/drawing/2014/main" id="{007798AA-3C15-374D-3607-31C4D2A96857}"/>
              </a:ext>
            </a:extLst>
          </p:cNvPr>
          <p:cNvSpPr/>
          <p:nvPr/>
        </p:nvSpPr>
        <p:spPr>
          <a:xfrm>
            <a:off x="8823986" y="1755402"/>
            <a:ext cx="99379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3" name="TextBox 52">
            <a:extLst>
              <a:ext uri="{FF2B5EF4-FFF2-40B4-BE49-F238E27FC236}">
                <a16:creationId xmlns:a16="http://schemas.microsoft.com/office/drawing/2014/main" id="{3B09AAD4-6459-2C59-109B-26237B4EE56C}"/>
              </a:ext>
            </a:extLst>
          </p:cNvPr>
          <p:cNvSpPr txBox="1"/>
          <p:nvPr/>
        </p:nvSpPr>
        <p:spPr>
          <a:xfrm>
            <a:off x="8705127" y="1883814"/>
            <a:ext cx="1144739" cy="577081"/>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54" name="Rectangle 53">
            <a:extLst>
              <a:ext uri="{FF2B5EF4-FFF2-40B4-BE49-F238E27FC236}">
                <a16:creationId xmlns:a16="http://schemas.microsoft.com/office/drawing/2014/main" id="{5ACACBDE-0702-0BC5-19A4-09849CD5FDCD}"/>
              </a:ext>
            </a:extLst>
          </p:cNvPr>
          <p:cNvSpPr/>
          <p:nvPr/>
        </p:nvSpPr>
        <p:spPr>
          <a:xfrm>
            <a:off x="6839518" y="1784132"/>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5" name="TextBox 54">
            <a:extLst>
              <a:ext uri="{FF2B5EF4-FFF2-40B4-BE49-F238E27FC236}">
                <a16:creationId xmlns:a16="http://schemas.microsoft.com/office/drawing/2014/main" id="{4C4E9C84-3C0A-5B46-4A9E-94A853FF7F85}"/>
              </a:ext>
            </a:extLst>
          </p:cNvPr>
          <p:cNvSpPr txBox="1"/>
          <p:nvPr/>
        </p:nvSpPr>
        <p:spPr>
          <a:xfrm>
            <a:off x="6877243" y="1858770"/>
            <a:ext cx="1658471" cy="577081"/>
          </a:xfrm>
          <a:prstGeom prst="rect">
            <a:avLst/>
          </a:prstGeom>
          <a:noFill/>
        </p:spPr>
        <p:txBody>
          <a:bodyPr wrap="square" rtlCol="0">
            <a:spAutoFit/>
          </a:bodyPr>
          <a:lstStyle/>
          <a:p>
            <a:pPr algn="ctr"/>
            <a:r>
              <a:rPr lang="en-US" sz="1050" dirty="0"/>
              <a:t>CDR’s Standing Orders and Guidance</a:t>
            </a:r>
          </a:p>
          <a:p>
            <a:pPr algn="ctr"/>
            <a:r>
              <a:rPr lang="en-US" sz="1050" dirty="0"/>
              <a:t>(Uploads)</a:t>
            </a:r>
          </a:p>
        </p:txBody>
      </p:sp>
    </p:spTree>
    <p:extLst>
      <p:ext uri="{BB962C8B-B14F-4D97-AF65-F5344CB8AC3E}">
        <p14:creationId xmlns:p14="http://schemas.microsoft.com/office/powerpoint/2010/main" val="23520870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CA07A-752D-17EC-EB37-DFF18BB35E42}"/>
            </a:ext>
          </a:extLst>
        </p:cNvPr>
        <p:cNvGrpSpPr/>
        <p:nvPr/>
      </p:nvGrpSpPr>
      <p:grpSpPr>
        <a:xfrm>
          <a:off x="0" y="0"/>
          <a:ext cx="0" cy="0"/>
          <a:chOff x="0" y="0"/>
          <a:chExt cx="0" cy="0"/>
        </a:xfrm>
      </p:grpSpPr>
      <p:cxnSp>
        <p:nvCxnSpPr>
          <p:cNvPr id="47" name="Straight Arrow Connector 46">
            <a:extLst>
              <a:ext uri="{FF2B5EF4-FFF2-40B4-BE49-F238E27FC236}">
                <a16:creationId xmlns:a16="http://schemas.microsoft.com/office/drawing/2014/main" id="{676DE2E8-6506-6FB5-B521-82E3BC12ABE3}"/>
              </a:ext>
            </a:extLst>
          </p:cNvPr>
          <p:cNvCxnSpPr>
            <a:cxnSpLocks/>
          </p:cNvCxnSpPr>
          <p:nvPr/>
        </p:nvCxnSpPr>
        <p:spPr>
          <a:xfrm>
            <a:off x="4016009" y="1102005"/>
            <a:ext cx="6194798" cy="827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EACBF801-1B64-626E-B638-F67FB88715C7}"/>
              </a:ext>
            </a:extLst>
          </p:cNvPr>
          <p:cNvSpPr/>
          <p:nvPr/>
        </p:nvSpPr>
        <p:spPr>
          <a:xfrm>
            <a:off x="10210808" y="780818"/>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CCA48C0E-7F49-DF11-1F4E-6EBD2EE6B6D5}"/>
              </a:ext>
            </a:extLst>
          </p:cNvPr>
          <p:cNvSpPr txBox="1"/>
          <p:nvPr/>
        </p:nvSpPr>
        <p:spPr>
          <a:xfrm>
            <a:off x="10282525" y="848089"/>
            <a:ext cx="1658471" cy="253916"/>
          </a:xfrm>
          <a:prstGeom prst="rect">
            <a:avLst/>
          </a:prstGeom>
          <a:noFill/>
        </p:spPr>
        <p:txBody>
          <a:bodyPr wrap="square" rtlCol="0">
            <a:spAutoFit/>
          </a:bodyPr>
          <a:lstStyle/>
          <a:p>
            <a:pPr algn="ctr"/>
            <a:r>
              <a:rPr lang="en-US" sz="1050" dirty="0"/>
              <a:t>Approved COA</a:t>
            </a:r>
          </a:p>
        </p:txBody>
      </p:sp>
      <p:sp>
        <p:nvSpPr>
          <p:cNvPr id="29" name="TextBox 28">
            <a:extLst>
              <a:ext uri="{FF2B5EF4-FFF2-40B4-BE49-F238E27FC236}">
                <a16:creationId xmlns:a16="http://schemas.microsoft.com/office/drawing/2014/main" id="{A23D2569-7CA2-D112-4092-E90D6D779E7B}"/>
              </a:ext>
            </a:extLst>
          </p:cNvPr>
          <p:cNvSpPr txBox="1"/>
          <p:nvPr/>
        </p:nvSpPr>
        <p:spPr>
          <a:xfrm>
            <a:off x="374896" y="115694"/>
            <a:ext cx="1570558" cy="369332"/>
          </a:xfrm>
          <a:prstGeom prst="rect">
            <a:avLst/>
          </a:prstGeom>
          <a:noFill/>
        </p:spPr>
        <p:txBody>
          <a:bodyPr wrap="none" rtlCol="0">
            <a:spAutoFit/>
          </a:bodyPr>
          <a:lstStyle/>
          <a:p>
            <a:r>
              <a:rPr lang="en-US" dirty="0"/>
              <a:t>COA Approval</a:t>
            </a:r>
          </a:p>
        </p:txBody>
      </p:sp>
      <p:sp>
        <p:nvSpPr>
          <p:cNvPr id="146" name="Rectangle 145">
            <a:extLst>
              <a:ext uri="{FF2B5EF4-FFF2-40B4-BE49-F238E27FC236}">
                <a16:creationId xmlns:a16="http://schemas.microsoft.com/office/drawing/2014/main" id="{42BD2107-80C1-322C-12FB-26E85B6A961E}"/>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BC8FF18A-2A29-10D4-B8D5-72E7A5787E8E}"/>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Approval Steps</a:t>
            </a:r>
          </a:p>
        </p:txBody>
      </p:sp>
      <p:sp>
        <p:nvSpPr>
          <p:cNvPr id="11" name="Rectangle 10">
            <a:extLst>
              <a:ext uri="{FF2B5EF4-FFF2-40B4-BE49-F238E27FC236}">
                <a16:creationId xmlns:a16="http://schemas.microsoft.com/office/drawing/2014/main" id="{C45FBF65-4CE8-5826-70E3-A33123793449}"/>
              </a:ext>
            </a:extLst>
          </p:cNvPr>
          <p:cNvSpPr/>
          <p:nvPr/>
        </p:nvSpPr>
        <p:spPr>
          <a:xfrm>
            <a:off x="6047792" y="823664"/>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 name="Rectangle 11">
            <a:extLst>
              <a:ext uri="{FF2B5EF4-FFF2-40B4-BE49-F238E27FC236}">
                <a16:creationId xmlns:a16="http://schemas.microsoft.com/office/drawing/2014/main" id="{6AF49952-FC3B-31E5-8B0F-F1B633005CE9}"/>
              </a:ext>
            </a:extLst>
          </p:cNvPr>
          <p:cNvSpPr/>
          <p:nvPr/>
        </p:nvSpPr>
        <p:spPr>
          <a:xfrm>
            <a:off x="4016009" y="834329"/>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39" name="TextBox 38">
            <a:extLst>
              <a:ext uri="{FF2B5EF4-FFF2-40B4-BE49-F238E27FC236}">
                <a16:creationId xmlns:a16="http://schemas.microsoft.com/office/drawing/2014/main" id="{7F9FD636-BEAE-3F1F-8E51-B5A37BDB84D9}"/>
              </a:ext>
            </a:extLst>
          </p:cNvPr>
          <p:cNvSpPr txBox="1"/>
          <p:nvPr/>
        </p:nvSpPr>
        <p:spPr>
          <a:xfrm>
            <a:off x="6183211" y="985030"/>
            <a:ext cx="1658471" cy="253916"/>
          </a:xfrm>
          <a:prstGeom prst="rect">
            <a:avLst/>
          </a:prstGeom>
          <a:noFill/>
        </p:spPr>
        <p:txBody>
          <a:bodyPr wrap="square" rtlCol="0">
            <a:spAutoFit/>
          </a:bodyPr>
          <a:lstStyle/>
          <a:p>
            <a:pPr algn="ctr"/>
            <a:r>
              <a:rPr lang="en-US" sz="1050" dirty="0"/>
              <a:t>Compare COAs</a:t>
            </a:r>
          </a:p>
        </p:txBody>
      </p:sp>
      <p:sp>
        <p:nvSpPr>
          <p:cNvPr id="42" name="TextBox 41">
            <a:extLst>
              <a:ext uri="{FF2B5EF4-FFF2-40B4-BE49-F238E27FC236}">
                <a16:creationId xmlns:a16="http://schemas.microsoft.com/office/drawing/2014/main" id="{2FA7AC46-5BFD-BBB4-493B-0DAE8F2A3C88}"/>
              </a:ext>
            </a:extLst>
          </p:cNvPr>
          <p:cNvSpPr txBox="1"/>
          <p:nvPr/>
        </p:nvSpPr>
        <p:spPr>
          <a:xfrm>
            <a:off x="4223147" y="1110783"/>
            <a:ext cx="1658471" cy="253916"/>
          </a:xfrm>
          <a:prstGeom prst="rect">
            <a:avLst/>
          </a:prstGeom>
          <a:noFill/>
        </p:spPr>
        <p:txBody>
          <a:bodyPr wrap="square" rtlCol="0">
            <a:spAutoFit/>
          </a:bodyPr>
          <a:lstStyle/>
          <a:p>
            <a:pPr algn="ctr"/>
            <a:r>
              <a:rPr lang="en-US" sz="1050" dirty="0"/>
              <a:t>Decision Matrix</a:t>
            </a:r>
          </a:p>
        </p:txBody>
      </p:sp>
      <p:sp>
        <p:nvSpPr>
          <p:cNvPr id="50" name="Rectangle 49">
            <a:extLst>
              <a:ext uri="{FF2B5EF4-FFF2-40B4-BE49-F238E27FC236}">
                <a16:creationId xmlns:a16="http://schemas.microsoft.com/office/drawing/2014/main" id="{2C8554CC-8C48-3994-6B00-40FE58321930}"/>
              </a:ext>
            </a:extLst>
          </p:cNvPr>
          <p:cNvSpPr/>
          <p:nvPr/>
        </p:nvSpPr>
        <p:spPr>
          <a:xfrm>
            <a:off x="8015872" y="82271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1" name="TextBox 50">
            <a:extLst>
              <a:ext uri="{FF2B5EF4-FFF2-40B4-BE49-F238E27FC236}">
                <a16:creationId xmlns:a16="http://schemas.microsoft.com/office/drawing/2014/main" id="{27C59AF5-1F54-75B8-17C9-EDD10913FAB5}"/>
              </a:ext>
            </a:extLst>
          </p:cNvPr>
          <p:cNvSpPr txBox="1"/>
          <p:nvPr/>
        </p:nvSpPr>
        <p:spPr>
          <a:xfrm>
            <a:off x="8223010" y="1061858"/>
            <a:ext cx="1658471" cy="253916"/>
          </a:xfrm>
          <a:prstGeom prst="rect">
            <a:avLst/>
          </a:prstGeom>
          <a:noFill/>
        </p:spPr>
        <p:txBody>
          <a:bodyPr wrap="square" rtlCol="0">
            <a:spAutoFit/>
          </a:bodyPr>
          <a:lstStyle/>
          <a:p>
            <a:pPr algn="ctr"/>
            <a:r>
              <a:rPr lang="en-US" sz="1050" dirty="0"/>
              <a:t>Selection</a:t>
            </a:r>
          </a:p>
        </p:txBody>
      </p:sp>
      <p:sp>
        <p:nvSpPr>
          <p:cNvPr id="3" name="Rectangle 2">
            <a:extLst>
              <a:ext uri="{FF2B5EF4-FFF2-40B4-BE49-F238E27FC236}">
                <a16:creationId xmlns:a16="http://schemas.microsoft.com/office/drawing/2014/main" id="{4C219593-A94E-6B0B-470F-0B8E46542EE8}"/>
              </a:ext>
            </a:extLst>
          </p:cNvPr>
          <p:cNvSpPr/>
          <p:nvPr/>
        </p:nvSpPr>
        <p:spPr>
          <a:xfrm>
            <a:off x="249749" y="1681299"/>
            <a:ext cx="9228072" cy="51441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D4C7EBE-81AE-6360-B32B-6EC3945FF353}"/>
              </a:ext>
            </a:extLst>
          </p:cNvPr>
          <p:cNvSpPr txBox="1"/>
          <p:nvPr/>
        </p:nvSpPr>
        <p:spPr>
          <a:xfrm>
            <a:off x="429682" y="1742960"/>
            <a:ext cx="1927131" cy="369332"/>
          </a:xfrm>
          <a:prstGeom prst="rect">
            <a:avLst/>
          </a:prstGeom>
          <a:noFill/>
        </p:spPr>
        <p:txBody>
          <a:bodyPr wrap="none" rtlCol="0">
            <a:spAutoFit/>
          </a:bodyPr>
          <a:lstStyle/>
          <a:p>
            <a:r>
              <a:rPr lang="en-US" dirty="0"/>
              <a:t>Upload: Not used</a:t>
            </a:r>
          </a:p>
        </p:txBody>
      </p:sp>
      <p:sp>
        <p:nvSpPr>
          <p:cNvPr id="10" name="TextBox 9">
            <a:extLst>
              <a:ext uri="{FF2B5EF4-FFF2-40B4-BE49-F238E27FC236}">
                <a16:creationId xmlns:a16="http://schemas.microsoft.com/office/drawing/2014/main" id="{0CDE50D3-30FF-0249-E756-1E2BE9F92F60}"/>
              </a:ext>
            </a:extLst>
          </p:cNvPr>
          <p:cNvSpPr txBox="1"/>
          <p:nvPr/>
        </p:nvSpPr>
        <p:spPr>
          <a:xfrm>
            <a:off x="429682" y="3066048"/>
            <a:ext cx="8857189" cy="369332"/>
          </a:xfrm>
          <a:prstGeom prst="rect">
            <a:avLst/>
          </a:prstGeom>
          <a:noFill/>
        </p:spPr>
        <p:txBody>
          <a:bodyPr wrap="square" rtlCol="0">
            <a:spAutoFit/>
          </a:bodyPr>
          <a:lstStyle/>
          <a:p>
            <a:r>
              <a:rPr lang="en-US" dirty="0"/>
              <a:t>Prompt: None, only dependencies</a:t>
            </a:r>
          </a:p>
        </p:txBody>
      </p:sp>
    </p:spTree>
    <p:extLst>
      <p:ext uri="{BB962C8B-B14F-4D97-AF65-F5344CB8AC3E}">
        <p14:creationId xmlns:p14="http://schemas.microsoft.com/office/powerpoint/2010/main" val="20518909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4C82-582D-043C-C243-686DF9D01C6F}"/>
            </a:ext>
          </a:extLst>
        </p:cNvPr>
        <p:cNvGrpSpPr/>
        <p:nvPr/>
      </p:nvGrpSpPr>
      <p:grpSpPr>
        <a:xfrm>
          <a:off x="0" y="0"/>
          <a:ext cx="0" cy="0"/>
          <a:chOff x="0" y="0"/>
          <a:chExt cx="0" cy="0"/>
        </a:xfrm>
      </p:grpSpPr>
      <p:cxnSp>
        <p:nvCxnSpPr>
          <p:cNvPr id="136" name="Straight Arrow Connector 135">
            <a:extLst>
              <a:ext uri="{FF2B5EF4-FFF2-40B4-BE49-F238E27FC236}">
                <a16:creationId xmlns:a16="http://schemas.microsoft.com/office/drawing/2014/main" id="{7B34E0CE-62D2-DE97-7339-81116C2BCA69}"/>
              </a:ext>
            </a:extLst>
          </p:cNvPr>
          <p:cNvCxnSpPr>
            <a:cxnSpLocks/>
            <a:stCxn id="55" idx="1"/>
          </p:cNvCxnSpPr>
          <p:nvPr/>
        </p:nvCxnSpPr>
        <p:spPr>
          <a:xfrm flipV="1">
            <a:off x="6877243" y="644788"/>
            <a:ext cx="3377328" cy="36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CD5A00E7-239D-FF6A-DC27-5E37F97CFAE3}"/>
              </a:ext>
            </a:extLst>
          </p:cNvPr>
          <p:cNvSpPr/>
          <p:nvPr/>
        </p:nvSpPr>
        <p:spPr>
          <a:xfrm>
            <a:off x="10210808" y="253416"/>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9" name="TextBox 18">
            <a:extLst>
              <a:ext uri="{FF2B5EF4-FFF2-40B4-BE49-F238E27FC236}">
                <a16:creationId xmlns:a16="http://schemas.microsoft.com/office/drawing/2014/main" id="{EBDA1D9C-FCDB-1B40-8580-89D7FF0CA2DA}"/>
              </a:ext>
            </a:extLst>
          </p:cNvPr>
          <p:cNvSpPr txBox="1"/>
          <p:nvPr/>
        </p:nvSpPr>
        <p:spPr>
          <a:xfrm>
            <a:off x="10346227" y="414782"/>
            <a:ext cx="1658471" cy="253916"/>
          </a:xfrm>
          <a:prstGeom prst="rect">
            <a:avLst/>
          </a:prstGeom>
          <a:noFill/>
        </p:spPr>
        <p:txBody>
          <a:bodyPr wrap="square" rtlCol="0">
            <a:spAutoFit/>
          </a:bodyPr>
          <a:lstStyle/>
          <a:p>
            <a:pPr algn="ctr"/>
            <a:r>
              <a:rPr lang="en-US" sz="1050" dirty="0"/>
              <a:t>Refinements</a:t>
            </a:r>
          </a:p>
        </p:txBody>
      </p:sp>
      <p:sp>
        <p:nvSpPr>
          <p:cNvPr id="29" name="TextBox 28">
            <a:extLst>
              <a:ext uri="{FF2B5EF4-FFF2-40B4-BE49-F238E27FC236}">
                <a16:creationId xmlns:a16="http://schemas.microsoft.com/office/drawing/2014/main" id="{B2F5B3CA-BBDE-9A24-788F-C604CE554AFD}"/>
              </a:ext>
            </a:extLst>
          </p:cNvPr>
          <p:cNvSpPr txBox="1"/>
          <p:nvPr/>
        </p:nvSpPr>
        <p:spPr>
          <a:xfrm>
            <a:off x="374896" y="115694"/>
            <a:ext cx="1570558" cy="369332"/>
          </a:xfrm>
          <a:prstGeom prst="rect">
            <a:avLst/>
          </a:prstGeom>
          <a:noFill/>
        </p:spPr>
        <p:txBody>
          <a:bodyPr wrap="none" rtlCol="0">
            <a:spAutoFit/>
          </a:bodyPr>
          <a:lstStyle/>
          <a:p>
            <a:r>
              <a:rPr lang="en-US" dirty="0"/>
              <a:t>COA Approval</a:t>
            </a:r>
          </a:p>
        </p:txBody>
      </p:sp>
      <p:sp>
        <p:nvSpPr>
          <p:cNvPr id="146" name="Rectangle 145">
            <a:extLst>
              <a:ext uri="{FF2B5EF4-FFF2-40B4-BE49-F238E27FC236}">
                <a16:creationId xmlns:a16="http://schemas.microsoft.com/office/drawing/2014/main" id="{951B5409-F621-1EE7-2C90-341BB8A5638B}"/>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5C409E2F-2EEE-CE02-E3D8-180C08C55216}"/>
              </a:ext>
            </a:extLst>
          </p:cNvPr>
          <p:cNvSpPr/>
          <p:nvPr/>
        </p:nvSpPr>
        <p:spPr>
          <a:xfrm>
            <a:off x="8823986" y="256540"/>
            <a:ext cx="993792"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3" name="TextBox 52">
            <a:extLst>
              <a:ext uri="{FF2B5EF4-FFF2-40B4-BE49-F238E27FC236}">
                <a16:creationId xmlns:a16="http://schemas.microsoft.com/office/drawing/2014/main" id="{DC389088-6C9F-F595-8FC4-271A497B38EC}"/>
              </a:ext>
            </a:extLst>
          </p:cNvPr>
          <p:cNvSpPr txBox="1"/>
          <p:nvPr/>
        </p:nvSpPr>
        <p:spPr>
          <a:xfrm>
            <a:off x="8705127" y="384952"/>
            <a:ext cx="1144739" cy="577081"/>
          </a:xfrm>
          <a:prstGeom prst="rect">
            <a:avLst/>
          </a:prstGeom>
          <a:noFill/>
        </p:spPr>
        <p:txBody>
          <a:bodyPr wrap="square" rtlCol="0">
            <a:spAutoFit/>
          </a:bodyPr>
          <a:lstStyle/>
          <a:p>
            <a:pPr algn="ctr"/>
            <a:r>
              <a:rPr lang="en-US" sz="1050" dirty="0"/>
              <a:t>Commander’s Intent</a:t>
            </a:r>
          </a:p>
          <a:p>
            <a:pPr algn="ctr"/>
            <a:r>
              <a:rPr lang="en-US" sz="1050" dirty="0"/>
              <a:t>(Upload)</a:t>
            </a:r>
          </a:p>
        </p:txBody>
      </p:sp>
      <p:sp>
        <p:nvSpPr>
          <p:cNvPr id="54" name="Rectangle 53">
            <a:extLst>
              <a:ext uri="{FF2B5EF4-FFF2-40B4-BE49-F238E27FC236}">
                <a16:creationId xmlns:a16="http://schemas.microsoft.com/office/drawing/2014/main" id="{C361103A-735D-6A91-533A-3B662FD8D0B8}"/>
              </a:ext>
            </a:extLst>
          </p:cNvPr>
          <p:cNvSpPr/>
          <p:nvPr/>
        </p:nvSpPr>
        <p:spPr>
          <a:xfrm>
            <a:off x="6839518" y="285270"/>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5" name="TextBox 54">
            <a:extLst>
              <a:ext uri="{FF2B5EF4-FFF2-40B4-BE49-F238E27FC236}">
                <a16:creationId xmlns:a16="http://schemas.microsoft.com/office/drawing/2014/main" id="{E8E505C1-02E8-3B5B-4536-947A2FAF4043}"/>
              </a:ext>
            </a:extLst>
          </p:cNvPr>
          <p:cNvSpPr txBox="1"/>
          <p:nvPr/>
        </p:nvSpPr>
        <p:spPr>
          <a:xfrm>
            <a:off x="6877243" y="359908"/>
            <a:ext cx="1658471" cy="577081"/>
          </a:xfrm>
          <a:prstGeom prst="rect">
            <a:avLst/>
          </a:prstGeom>
          <a:noFill/>
        </p:spPr>
        <p:txBody>
          <a:bodyPr wrap="square" rtlCol="0">
            <a:spAutoFit/>
          </a:bodyPr>
          <a:lstStyle/>
          <a:p>
            <a:pPr algn="ctr"/>
            <a:r>
              <a:rPr lang="en-US" sz="1050" dirty="0"/>
              <a:t>CDR’s Standing Orders and Guidance</a:t>
            </a:r>
          </a:p>
          <a:p>
            <a:pPr algn="ctr"/>
            <a:r>
              <a:rPr lang="en-US" sz="1050" dirty="0"/>
              <a:t>(Uploads)</a:t>
            </a:r>
          </a:p>
        </p:txBody>
      </p:sp>
      <p:sp>
        <p:nvSpPr>
          <p:cNvPr id="3" name="Rectangle 2">
            <a:extLst>
              <a:ext uri="{FF2B5EF4-FFF2-40B4-BE49-F238E27FC236}">
                <a16:creationId xmlns:a16="http://schemas.microsoft.com/office/drawing/2014/main" id="{73C02735-1676-8881-F4E5-8574659AB07D}"/>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B27E19F-28D0-E1E8-2A87-D6A97537010F}"/>
              </a:ext>
            </a:extLst>
          </p:cNvPr>
          <p:cNvSpPr txBox="1"/>
          <p:nvPr/>
        </p:nvSpPr>
        <p:spPr>
          <a:xfrm>
            <a:off x="429682" y="1742960"/>
            <a:ext cx="976549" cy="369332"/>
          </a:xfrm>
          <a:prstGeom prst="rect">
            <a:avLst/>
          </a:prstGeom>
          <a:noFill/>
        </p:spPr>
        <p:txBody>
          <a:bodyPr wrap="none" rtlCol="0">
            <a:spAutoFit/>
          </a:bodyPr>
          <a:lstStyle/>
          <a:p>
            <a:r>
              <a:rPr lang="en-US" dirty="0"/>
              <a:t>Upload:</a:t>
            </a:r>
          </a:p>
        </p:txBody>
      </p:sp>
      <p:sp>
        <p:nvSpPr>
          <p:cNvPr id="10" name="TextBox 9">
            <a:extLst>
              <a:ext uri="{FF2B5EF4-FFF2-40B4-BE49-F238E27FC236}">
                <a16:creationId xmlns:a16="http://schemas.microsoft.com/office/drawing/2014/main" id="{758687FD-CA58-B364-E822-EB5F24C917BB}"/>
              </a:ext>
            </a:extLst>
          </p:cNvPr>
          <p:cNvSpPr txBox="1"/>
          <p:nvPr/>
        </p:nvSpPr>
        <p:spPr>
          <a:xfrm>
            <a:off x="429682" y="3066048"/>
            <a:ext cx="8857189" cy="369332"/>
          </a:xfrm>
          <a:prstGeom prst="rect">
            <a:avLst/>
          </a:prstGeom>
          <a:noFill/>
        </p:spPr>
        <p:txBody>
          <a:bodyPr wrap="square" rtlCol="0">
            <a:spAutoFit/>
          </a:bodyPr>
          <a:lstStyle/>
          <a:p>
            <a:r>
              <a:rPr lang="en-US" dirty="0"/>
              <a:t>Prompt: None, only dependencies</a:t>
            </a:r>
          </a:p>
        </p:txBody>
      </p:sp>
    </p:spTree>
    <p:extLst>
      <p:ext uri="{BB962C8B-B14F-4D97-AF65-F5344CB8AC3E}">
        <p14:creationId xmlns:p14="http://schemas.microsoft.com/office/powerpoint/2010/main" val="21808282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9DC62-17E8-3545-55A4-BECE8A955DA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9706BCB-67AA-111C-55A5-73D2F9F28F97}"/>
              </a:ext>
            </a:extLst>
          </p:cNvPr>
          <p:cNvSpPr/>
          <p:nvPr/>
        </p:nvSpPr>
        <p:spPr>
          <a:xfrm>
            <a:off x="10210808" y="750865"/>
            <a:ext cx="1801906" cy="8068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20" name="TextBox 19">
            <a:extLst>
              <a:ext uri="{FF2B5EF4-FFF2-40B4-BE49-F238E27FC236}">
                <a16:creationId xmlns:a16="http://schemas.microsoft.com/office/drawing/2014/main" id="{FFEBD1A8-1ABC-7119-76B7-D9CC1AE9B5D1}"/>
              </a:ext>
            </a:extLst>
          </p:cNvPr>
          <p:cNvSpPr txBox="1"/>
          <p:nvPr/>
        </p:nvSpPr>
        <p:spPr>
          <a:xfrm>
            <a:off x="10417946" y="1027319"/>
            <a:ext cx="1658471" cy="253916"/>
          </a:xfrm>
          <a:prstGeom prst="rect">
            <a:avLst/>
          </a:prstGeom>
          <a:noFill/>
        </p:spPr>
        <p:txBody>
          <a:bodyPr wrap="square" rtlCol="0">
            <a:spAutoFit/>
          </a:bodyPr>
          <a:lstStyle/>
          <a:p>
            <a:pPr algn="ctr"/>
            <a:r>
              <a:rPr lang="en-US" sz="1050" dirty="0"/>
              <a:t>Transition to Execution</a:t>
            </a:r>
          </a:p>
        </p:txBody>
      </p:sp>
      <p:sp>
        <p:nvSpPr>
          <p:cNvPr id="29" name="TextBox 28">
            <a:extLst>
              <a:ext uri="{FF2B5EF4-FFF2-40B4-BE49-F238E27FC236}">
                <a16:creationId xmlns:a16="http://schemas.microsoft.com/office/drawing/2014/main" id="{3D9BD8C2-B1F4-2E93-3B07-737531FA2416}"/>
              </a:ext>
            </a:extLst>
          </p:cNvPr>
          <p:cNvSpPr txBox="1"/>
          <p:nvPr/>
        </p:nvSpPr>
        <p:spPr>
          <a:xfrm>
            <a:off x="374896" y="115694"/>
            <a:ext cx="1570558" cy="369332"/>
          </a:xfrm>
          <a:prstGeom prst="rect">
            <a:avLst/>
          </a:prstGeom>
          <a:noFill/>
        </p:spPr>
        <p:txBody>
          <a:bodyPr wrap="none" rtlCol="0">
            <a:spAutoFit/>
          </a:bodyPr>
          <a:lstStyle/>
          <a:p>
            <a:r>
              <a:rPr lang="en-US" dirty="0"/>
              <a:t>COA Approval</a:t>
            </a:r>
          </a:p>
        </p:txBody>
      </p:sp>
      <p:sp>
        <p:nvSpPr>
          <p:cNvPr id="146" name="Rectangle 145">
            <a:extLst>
              <a:ext uri="{FF2B5EF4-FFF2-40B4-BE49-F238E27FC236}">
                <a16:creationId xmlns:a16="http://schemas.microsoft.com/office/drawing/2014/main" id="{26826BBE-CD38-F211-6A01-F57B596BA445}"/>
              </a:ext>
            </a:extLst>
          </p:cNvPr>
          <p:cNvSpPr/>
          <p:nvPr/>
        </p:nvSpPr>
        <p:spPr>
          <a:xfrm>
            <a:off x="10047655" y="161861"/>
            <a:ext cx="2068164" cy="5170630"/>
          </a:xfrm>
          <a:prstGeom prst="rect">
            <a:avLst/>
          </a:prstGeom>
          <a:no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TextBox 146">
            <a:extLst>
              <a:ext uri="{FF2B5EF4-FFF2-40B4-BE49-F238E27FC236}">
                <a16:creationId xmlns:a16="http://schemas.microsoft.com/office/drawing/2014/main" id="{3B13D26F-CFE8-609E-692A-0E743FD1B731}"/>
              </a:ext>
            </a:extLst>
          </p:cNvPr>
          <p:cNvSpPr txBox="1"/>
          <p:nvPr/>
        </p:nvSpPr>
        <p:spPr>
          <a:xfrm>
            <a:off x="10104056" y="161861"/>
            <a:ext cx="2040809" cy="646331"/>
          </a:xfrm>
          <a:prstGeom prst="rect">
            <a:avLst/>
          </a:prstGeom>
          <a:noFill/>
        </p:spPr>
        <p:txBody>
          <a:bodyPr wrap="square" rtlCol="0">
            <a:spAutoFit/>
          </a:bodyPr>
          <a:lstStyle/>
          <a:p>
            <a:pPr algn="ctr"/>
            <a:r>
              <a:rPr lang="en-US" dirty="0">
                <a:solidFill>
                  <a:schemeClr val="tx2">
                    <a:lumMod val="75000"/>
                    <a:lumOff val="25000"/>
                  </a:schemeClr>
                </a:solidFill>
              </a:rPr>
              <a:t>COA Approval Steps</a:t>
            </a:r>
          </a:p>
        </p:txBody>
      </p:sp>
      <p:sp>
        <p:nvSpPr>
          <p:cNvPr id="3" name="Rectangle 2">
            <a:extLst>
              <a:ext uri="{FF2B5EF4-FFF2-40B4-BE49-F238E27FC236}">
                <a16:creationId xmlns:a16="http://schemas.microsoft.com/office/drawing/2014/main" id="{E94720E2-191B-067A-F8D4-9C4FB37586A1}"/>
              </a:ext>
            </a:extLst>
          </p:cNvPr>
          <p:cNvSpPr/>
          <p:nvPr/>
        </p:nvSpPr>
        <p:spPr>
          <a:xfrm>
            <a:off x="249749" y="1624013"/>
            <a:ext cx="9228072" cy="52013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A72FA7F-474D-9F66-3332-22B4E742A3FB}"/>
              </a:ext>
            </a:extLst>
          </p:cNvPr>
          <p:cNvSpPr txBox="1"/>
          <p:nvPr/>
        </p:nvSpPr>
        <p:spPr>
          <a:xfrm>
            <a:off x="429682" y="1742960"/>
            <a:ext cx="8857189" cy="646331"/>
          </a:xfrm>
          <a:prstGeom prst="rect">
            <a:avLst/>
          </a:prstGeom>
          <a:noFill/>
        </p:spPr>
        <p:txBody>
          <a:bodyPr wrap="square" rtlCol="0">
            <a:spAutoFit/>
          </a:bodyPr>
          <a:lstStyle/>
          <a:p>
            <a:r>
              <a:rPr lang="en-US" dirty="0"/>
              <a:t>Upload:  All Documents that the current operations team would need to battle track and make any required adjusts or Fragmentary orders</a:t>
            </a:r>
          </a:p>
        </p:txBody>
      </p:sp>
      <p:sp>
        <p:nvSpPr>
          <p:cNvPr id="10" name="TextBox 9">
            <a:extLst>
              <a:ext uri="{FF2B5EF4-FFF2-40B4-BE49-F238E27FC236}">
                <a16:creationId xmlns:a16="http://schemas.microsoft.com/office/drawing/2014/main" id="{7CB5C150-4DFE-2977-25C5-722B6CA309CC}"/>
              </a:ext>
            </a:extLst>
          </p:cNvPr>
          <p:cNvSpPr txBox="1"/>
          <p:nvPr/>
        </p:nvSpPr>
        <p:spPr>
          <a:xfrm>
            <a:off x="429682" y="3066048"/>
            <a:ext cx="8857189" cy="369332"/>
          </a:xfrm>
          <a:prstGeom prst="rect">
            <a:avLst/>
          </a:prstGeom>
          <a:noFill/>
        </p:spPr>
        <p:txBody>
          <a:bodyPr wrap="square" rtlCol="0">
            <a:spAutoFit/>
          </a:bodyPr>
          <a:lstStyle/>
          <a:p>
            <a:r>
              <a:rPr lang="en-US"/>
              <a:t>Prompt: None</a:t>
            </a:r>
            <a:endParaRPr lang="en-US" dirty="0"/>
          </a:p>
        </p:txBody>
      </p:sp>
    </p:spTree>
    <p:extLst>
      <p:ext uri="{BB962C8B-B14F-4D97-AF65-F5344CB8AC3E}">
        <p14:creationId xmlns:p14="http://schemas.microsoft.com/office/powerpoint/2010/main" val="15069279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7F0FAA8-E905-9D0C-FBB5-4EB12AD36699}"/>
              </a:ext>
            </a:extLst>
          </p:cNvPr>
          <p:cNvSpPr/>
          <p:nvPr/>
        </p:nvSpPr>
        <p:spPr>
          <a:xfrm>
            <a:off x="878542" y="1113076"/>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5" name="Rectangle 4">
            <a:extLst>
              <a:ext uri="{FF2B5EF4-FFF2-40B4-BE49-F238E27FC236}">
                <a16:creationId xmlns:a16="http://schemas.microsoft.com/office/drawing/2014/main" id="{C5CC751B-2A58-B49A-B9FF-DDC9F8C30026}"/>
              </a:ext>
            </a:extLst>
          </p:cNvPr>
          <p:cNvSpPr/>
          <p:nvPr/>
        </p:nvSpPr>
        <p:spPr>
          <a:xfrm>
            <a:off x="833718" y="2196354"/>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6" name="Rectangle 5">
            <a:extLst>
              <a:ext uri="{FF2B5EF4-FFF2-40B4-BE49-F238E27FC236}">
                <a16:creationId xmlns:a16="http://schemas.microsoft.com/office/drawing/2014/main" id="{9A5FC40D-276A-DE41-00C6-3F5C3CB59EE8}"/>
              </a:ext>
            </a:extLst>
          </p:cNvPr>
          <p:cNvSpPr/>
          <p:nvPr/>
        </p:nvSpPr>
        <p:spPr>
          <a:xfrm>
            <a:off x="833718" y="3429000"/>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7" name="Rectangle 6">
            <a:extLst>
              <a:ext uri="{FF2B5EF4-FFF2-40B4-BE49-F238E27FC236}">
                <a16:creationId xmlns:a16="http://schemas.microsoft.com/office/drawing/2014/main" id="{6BD9D119-BA03-9E60-E8C1-8EFFDC3F5B19}"/>
              </a:ext>
            </a:extLst>
          </p:cNvPr>
          <p:cNvSpPr/>
          <p:nvPr/>
        </p:nvSpPr>
        <p:spPr>
          <a:xfrm>
            <a:off x="3325907" y="2178422"/>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8" name="Rectangle 7">
            <a:extLst>
              <a:ext uri="{FF2B5EF4-FFF2-40B4-BE49-F238E27FC236}">
                <a16:creationId xmlns:a16="http://schemas.microsoft.com/office/drawing/2014/main" id="{847D4237-F170-37B8-F55A-B322EEF02227}"/>
              </a:ext>
            </a:extLst>
          </p:cNvPr>
          <p:cNvSpPr/>
          <p:nvPr/>
        </p:nvSpPr>
        <p:spPr>
          <a:xfrm>
            <a:off x="3307977" y="3451410"/>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9" name="Rectangle 8">
            <a:extLst>
              <a:ext uri="{FF2B5EF4-FFF2-40B4-BE49-F238E27FC236}">
                <a16:creationId xmlns:a16="http://schemas.microsoft.com/office/drawing/2014/main" id="{A81EEFE1-1B28-C918-EC4D-BAEB121212BE}"/>
              </a:ext>
            </a:extLst>
          </p:cNvPr>
          <p:cNvSpPr/>
          <p:nvPr/>
        </p:nvSpPr>
        <p:spPr>
          <a:xfrm>
            <a:off x="5513296" y="2178422"/>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0" name="Rectangle 9">
            <a:extLst>
              <a:ext uri="{FF2B5EF4-FFF2-40B4-BE49-F238E27FC236}">
                <a16:creationId xmlns:a16="http://schemas.microsoft.com/office/drawing/2014/main" id="{688FB803-D910-AC00-F7ED-365B38E02D4B}"/>
              </a:ext>
            </a:extLst>
          </p:cNvPr>
          <p:cNvSpPr/>
          <p:nvPr/>
        </p:nvSpPr>
        <p:spPr>
          <a:xfrm>
            <a:off x="7763435" y="1281953"/>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1" name="Rectangle 10">
            <a:extLst>
              <a:ext uri="{FF2B5EF4-FFF2-40B4-BE49-F238E27FC236}">
                <a16:creationId xmlns:a16="http://schemas.microsoft.com/office/drawing/2014/main" id="{330CE521-90F5-49B3-8337-FB9DFF4BE9FB}"/>
              </a:ext>
            </a:extLst>
          </p:cNvPr>
          <p:cNvSpPr/>
          <p:nvPr/>
        </p:nvSpPr>
        <p:spPr>
          <a:xfrm>
            <a:off x="7763435" y="2411507"/>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2" name="Rectangle 11">
            <a:extLst>
              <a:ext uri="{FF2B5EF4-FFF2-40B4-BE49-F238E27FC236}">
                <a16:creationId xmlns:a16="http://schemas.microsoft.com/office/drawing/2014/main" id="{C91E3032-11DE-A0E1-444E-3CB20F8AA76F}"/>
              </a:ext>
            </a:extLst>
          </p:cNvPr>
          <p:cNvSpPr/>
          <p:nvPr/>
        </p:nvSpPr>
        <p:spPr>
          <a:xfrm>
            <a:off x="7763435" y="3644153"/>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6" name="Rectangle 15">
            <a:extLst>
              <a:ext uri="{FF2B5EF4-FFF2-40B4-BE49-F238E27FC236}">
                <a16:creationId xmlns:a16="http://schemas.microsoft.com/office/drawing/2014/main" id="{A9C92F2A-3966-6BB2-4FA1-8A473EBB9396}"/>
              </a:ext>
            </a:extLst>
          </p:cNvPr>
          <p:cNvSpPr/>
          <p:nvPr/>
        </p:nvSpPr>
        <p:spPr>
          <a:xfrm>
            <a:off x="7763435" y="4876799"/>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7" name="Rectangle 16">
            <a:extLst>
              <a:ext uri="{FF2B5EF4-FFF2-40B4-BE49-F238E27FC236}">
                <a16:creationId xmlns:a16="http://schemas.microsoft.com/office/drawing/2014/main" id="{949503FF-9FCF-A917-E75B-A1174A0362C4}"/>
              </a:ext>
            </a:extLst>
          </p:cNvPr>
          <p:cNvSpPr/>
          <p:nvPr/>
        </p:nvSpPr>
        <p:spPr>
          <a:xfrm>
            <a:off x="10040470" y="1281953"/>
            <a:ext cx="1801906" cy="8068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a:p>
        </p:txBody>
      </p:sp>
      <p:sp>
        <p:nvSpPr>
          <p:cNvPr id="18" name="TextBox 17">
            <a:extLst>
              <a:ext uri="{FF2B5EF4-FFF2-40B4-BE49-F238E27FC236}">
                <a16:creationId xmlns:a16="http://schemas.microsoft.com/office/drawing/2014/main" id="{40FCA397-D0EB-A4F2-FED5-60FBEDEB0653}"/>
              </a:ext>
            </a:extLst>
          </p:cNvPr>
          <p:cNvSpPr txBox="1"/>
          <p:nvPr/>
        </p:nvSpPr>
        <p:spPr>
          <a:xfrm>
            <a:off x="905435" y="1134960"/>
            <a:ext cx="1658471" cy="738664"/>
          </a:xfrm>
          <a:prstGeom prst="rect">
            <a:avLst/>
          </a:prstGeom>
          <a:noFill/>
        </p:spPr>
        <p:txBody>
          <a:bodyPr wrap="square" rtlCol="0">
            <a:spAutoFit/>
          </a:bodyPr>
          <a:lstStyle/>
          <a:p>
            <a:pPr algn="ctr"/>
            <a:r>
              <a:rPr lang="en-US" sz="1050" dirty="0"/>
              <a:t>OPORDS, Campaign Plans, Plans etc.</a:t>
            </a:r>
          </a:p>
          <a:p>
            <a:pPr algn="ctr"/>
            <a:r>
              <a:rPr lang="en-US" sz="1050" dirty="0"/>
              <a:t>(All uploaded Docs in Inputs)</a:t>
            </a:r>
          </a:p>
        </p:txBody>
      </p:sp>
      <p:sp>
        <p:nvSpPr>
          <p:cNvPr id="19" name="TextBox 18">
            <a:extLst>
              <a:ext uri="{FF2B5EF4-FFF2-40B4-BE49-F238E27FC236}">
                <a16:creationId xmlns:a16="http://schemas.microsoft.com/office/drawing/2014/main" id="{7BBA4D5E-A3E0-F9E8-E47E-9E33C2FF9283}"/>
              </a:ext>
            </a:extLst>
          </p:cNvPr>
          <p:cNvSpPr txBox="1"/>
          <p:nvPr/>
        </p:nvSpPr>
        <p:spPr>
          <a:xfrm>
            <a:off x="905434" y="2357720"/>
            <a:ext cx="1658471" cy="415498"/>
          </a:xfrm>
          <a:prstGeom prst="rect">
            <a:avLst/>
          </a:prstGeom>
          <a:noFill/>
        </p:spPr>
        <p:txBody>
          <a:bodyPr wrap="square" rtlCol="0">
            <a:spAutoFit/>
          </a:bodyPr>
          <a:lstStyle/>
          <a:p>
            <a:pPr algn="ctr"/>
            <a:r>
              <a:rPr lang="en-US" sz="1050" dirty="0"/>
              <a:t>Operation Details</a:t>
            </a:r>
          </a:p>
          <a:p>
            <a:pPr algn="ctr"/>
            <a:r>
              <a:rPr lang="en-US" sz="1050" dirty="0"/>
              <a:t>(Upload)</a:t>
            </a:r>
          </a:p>
        </p:txBody>
      </p:sp>
      <p:sp>
        <p:nvSpPr>
          <p:cNvPr id="20" name="TextBox 19">
            <a:extLst>
              <a:ext uri="{FF2B5EF4-FFF2-40B4-BE49-F238E27FC236}">
                <a16:creationId xmlns:a16="http://schemas.microsoft.com/office/drawing/2014/main" id="{B3625BC4-B828-8DE4-F158-EC1CEFF1864C}"/>
              </a:ext>
            </a:extLst>
          </p:cNvPr>
          <p:cNvSpPr txBox="1"/>
          <p:nvPr/>
        </p:nvSpPr>
        <p:spPr>
          <a:xfrm>
            <a:off x="977153" y="3705454"/>
            <a:ext cx="1658471" cy="415498"/>
          </a:xfrm>
          <a:prstGeom prst="rect">
            <a:avLst/>
          </a:prstGeom>
          <a:noFill/>
        </p:spPr>
        <p:txBody>
          <a:bodyPr wrap="square" rtlCol="0">
            <a:spAutoFit/>
          </a:bodyPr>
          <a:lstStyle/>
          <a:p>
            <a:pPr algn="ctr"/>
            <a:r>
              <a:rPr lang="en-US" sz="1050" dirty="0"/>
              <a:t>Operation Details</a:t>
            </a:r>
          </a:p>
          <a:p>
            <a:pPr algn="ctr"/>
            <a:r>
              <a:rPr lang="en-US" sz="1050" dirty="0"/>
              <a:t>(Uploads)</a:t>
            </a:r>
          </a:p>
        </p:txBody>
      </p:sp>
      <p:sp>
        <p:nvSpPr>
          <p:cNvPr id="21" name="TextBox 20">
            <a:extLst>
              <a:ext uri="{FF2B5EF4-FFF2-40B4-BE49-F238E27FC236}">
                <a16:creationId xmlns:a16="http://schemas.microsoft.com/office/drawing/2014/main" id="{643B9DF5-5D83-C6A5-162E-5E2CC6E285B5}"/>
              </a:ext>
            </a:extLst>
          </p:cNvPr>
          <p:cNvSpPr txBox="1"/>
          <p:nvPr/>
        </p:nvSpPr>
        <p:spPr>
          <a:xfrm>
            <a:off x="3348319" y="2480318"/>
            <a:ext cx="1658471" cy="415498"/>
          </a:xfrm>
          <a:prstGeom prst="rect">
            <a:avLst/>
          </a:prstGeom>
          <a:noFill/>
        </p:spPr>
        <p:txBody>
          <a:bodyPr wrap="square" rtlCol="0">
            <a:spAutoFit/>
          </a:bodyPr>
          <a:lstStyle/>
          <a:p>
            <a:pPr algn="ctr"/>
            <a:r>
              <a:rPr lang="en-US" sz="1050" dirty="0"/>
              <a:t>Mission Statement</a:t>
            </a:r>
          </a:p>
          <a:p>
            <a:pPr algn="ctr"/>
            <a:r>
              <a:rPr lang="en-US" sz="1050" dirty="0"/>
              <a:t>(Generated)</a:t>
            </a:r>
          </a:p>
        </p:txBody>
      </p:sp>
      <p:sp>
        <p:nvSpPr>
          <p:cNvPr id="22" name="TextBox 21">
            <a:extLst>
              <a:ext uri="{FF2B5EF4-FFF2-40B4-BE49-F238E27FC236}">
                <a16:creationId xmlns:a16="http://schemas.microsoft.com/office/drawing/2014/main" id="{6A3B28D3-725A-0DA6-8D6D-CE301C8F85B9}"/>
              </a:ext>
            </a:extLst>
          </p:cNvPr>
          <p:cNvSpPr txBox="1"/>
          <p:nvPr/>
        </p:nvSpPr>
        <p:spPr>
          <a:xfrm>
            <a:off x="3386044" y="3530424"/>
            <a:ext cx="1658471" cy="577081"/>
          </a:xfrm>
          <a:prstGeom prst="rect">
            <a:avLst/>
          </a:prstGeom>
          <a:noFill/>
        </p:spPr>
        <p:txBody>
          <a:bodyPr wrap="square" rtlCol="0">
            <a:spAutoFit/>
          </a:bodyPr>
          <a:lstStyle/>
          <a:p>
            <a:pPr algn="ctr"/>
            <a:r>
              <a:rPr lang="en-US" sz="1050" dirty="0"/>
              <a:t>Analysis of higher HQ Mission</a:t>
            </a:r>
          </a:p>
          <a:p>
            <a:pPr algn="ctr"/>
            <a:r>
              <a:rPr lang="en-US" sz="1050" dirty="0"/>
              <a:t>(Generated) </a:t>
            </a:r>
          </a:p>
        </p:txBody>
      </p:sp>
      <p:sp>
        <p:nvSpPr>
          <p:cNvPr id="23" name="TextBox 22">
            <a:extLst>
              <a:ext uri="{FF2B5EF4-FFF2-40B4-BE49-F238E27FC236}">
                <a16:creationId xmlns:a16="http://schemas.microsoft.com/office/drawing/2014/main" id="{6BAAFD57-9D82-0DDB-8834-F6EA5862EE86}"/>
              </a:ext>
            </a:extLst>
          </p:cNvPr>
          <p:cNvSpPr txBox="1"/>
          <p:nvPr/>
        </p:nvSpPr>
        <p:spPr>
          <a:xfrm>
            <a:off x="5656731" y="2454876"/>
            <a:ext cx="1658471" cy="415498"/>
          </a:xfrm>
          <a:prstGeom prst="rect">
            <a:avLst/>
          </a:prstGeom>
          <a:noFill/>
        </p:spPr>
        <p:txBody>
          <a:bodyPr wrap="square" rtlCol="0">
            <a:spAutoFit/>
          </a:bodyPr>
          <a:lstStyle/>
          <a:p>
            <a:pPr algn="ctr"/>
            <a:r>
              <a:rPr lang="en-US" sz="1050" dirty="0"/>
              <a:t>Current Information Environment</a:t>
            </a:r>
          </a:p>
        </p:txBody>
      </p:sp>
      <p:sp>
        <p:nvSpPr>
          <p:cNvPr id="24" name="TextBox 23">
            <a:extLst>
              <a:ext uri="{FF2B5EF4-FFF2-40B4-BE49-F238E27FC236}">
                <a16:creationId xmlns:a16="http://schemas.microsoft.com/office/drawing/2014/main" id="{1D62BBFF-4C5B-0CC9-6162-12F31D72E819}"/>
              </a:ext>
            </a:extLst>
          </p:cNvPr>
          <p:cNvSpPr txBox="1"/>
          <p:nvPr/>
        </p:nvSpPr>
        <p:spPr>
          <a:xfrm>
            <a:off x="7835152" y="1495330"/>
            <a:ext cx="1658471" cy="577081"/>
          </a:xfrm>
          <a:prstGeom prst="rect">
            <a:avLst/>
          </a:prstGeom>
          <a:noFill/>
        </p:spPr>
        <p:txBody>
          <a:bodyPr wrap="square" rtlCol="0">
            <a:spAutoFit/>
          </a:bodyPr>
          <a:lstStyle/>
          <a:p>
            <a:pPr algn="ctr"/>
            <a:r>
              <a:rPr lang="en-US" sz="1050" dirty="0"/>
              <a:t>Intelligence Preparation of the battlespace</a:t>
            </a:r>
          </a:p>
          <a:p>
            <a:pPr algn="ctr"/>
            <a:r>
              <a:rPr lang="en-US" sz="1050" dirty="0"/>
              <a:t>(Intel Upload)</a:t>
            </a:r>
          </a:p>
        </p:txBody>
      </p:sp>
      <p:sp>
        <p:nvSpPr>
          <p:cNvPr id="25" name="TextBox 24">
            <a:extLst>
              <a:ext uri="{FF2B5EF4-FFF2-40B4-BE49-F238E27FC236}">
                <a16:creationId xmlns:a16="http://schemas.microsoft.com/office/drawing/2014/main" id="{03F448E1-903A-C3B4-647B-E240CD48344B}"/>
              </a:ext>
            </a:extLst>
          </p:cNvPr>
          <p:cNvSpPr txBox="1"/>
          <p:nvPr/>
        </p:nvSpPr>
        <p:spPr>
          <a:xfrm>
            <a:off x="7835152" y="2731334"/>
            <a:ext cx="1658471" cy="415498"/>
          </a:xfrm>
          <a:prstGeom prst="rect">
            <a:avLst/>
          </a:prstGeom>
          <a:noFill/>
        </p:spPr>
        <p:txBody>
          <a:bodyPr wrap="square" rtlCol="0">
            <a:spAutoFit/>
          </a:bodyPr>
          <a:lstStyle/>
          <a:p>
            <a:pPr algn="ctr"/>
            <a:r>
              <a:rPr lang="en-US" sz="1050" dirty="0"/>
              <a:t>Assumptions</a:t>
            </a:r>
          </a:p>
          <a:p>
            <a:pPr algn="ctr"/>
            <a:r>
              <a:rPr lang="en-US" sz="1050" dirty="0"/>
              <a:t>(Generate)</a:t>
            </a:r>
          </a:p>
        </p:txBody>
      </p:sp>
      <p:sp>
        <p:nvSpPr>
          <p:cNvPr id="26" name="TextBox 25">
            <a:extLst>
              <a:ext uri="{FF2B5EF4-FFF2-40B4-BE49-F238E27FC236}">
                <a16:creationId xmlns:a16="http://schemas.microsoft.com/office/drawing/2014/main" id="{F129DB9C-0BA3-B903-EC6B-BD8E0BEABCE1}"/>
              </a:ext>
            </a:extLst>
          </p:cNvPr>
          <p:cNvSpPr txBox="1"/>
          <p:nvPr/>
        </p:nvSpPr>
        <p:spPr>
          <a:xfrm>
            <a:off x="7906870" y="3886201"/>
            <a:ext cx="1658471" cy="253916"/>
          </a:xfrm>
          <a:prstGeom prst="rect">
            <a:avLst/>
          </a:prstGeom>
          <a:noFill/>
        </p:spPr>
        <p:txBody>
          <a:bodyPr wrap="square" rtlCol="0">
            <a:spAutoFit/>
          </a:bodyPr>
          <a:lstStyle/>
          <a:p>
            <a:pPr algn="ctr"/>
            <a:r>
              <a:rPr lang="en-US" sz="1050" dirty="0"/>
              <a:t>Identified Tasks</a:t>
            </a:r>
          </a:p>
        </p:txBody>
      </p:sp>
      <p:sp>
        <p:nvSpPr>
          <p:cNvPr id="27" name="TextBox 26">
            <a:extLst>
              <a:ext uri="{FF2B5EF4-FFF2-40B4-BE49-F238E27FC236}">
                <a16:creationId xmlns:a16="http://schemas.microsoft.com/office/drawing/2014/main" id="{5B452C22-0C1E-2F04-958D-EE3EE678F30D}"/>
              </a:ext>
            </a:extLst>
          </p:cNvPr>
          <p:cNvSpPr txBox="1"/>
          <p:nvPr/>
        </p:nvSpPr>
        <p:spPr>
          <a:xfrm>
            <a:off x="7763435" y="5153253"/>
            <a:ext cx="1658471" cy="253916"/>
          </a:xfrm>
          <a:prstGeom prst="rect">
            <a:avLst/>
          </a:prstGeom>
          <a:noFill/>
        </p:spPr>
        <p:txBody>
          <a:bodyPr wrap="square" rtlCol="0">
            <a:spAutoFit/>
          </a:bodyPr>
          <a:lstStyle/>
          <a:p>
            <a:pPr algn="ctr"/>
            <a:r>
              <a:rPr lang="en-US" sz="1050" dirty="0"/>
              <a:t>Commander’s Intent</a:t>
            </a:r>
          </a:p>
        </p:txBody>
      </p:sp>
      <p:sp>
        <p:nvSpPr>
          <p:cNvPr id="28" name="TextBox 27">
            <a:extLst>
              <a:ext uri="{FF2B5EF4-FFF2-40B4-BE49-F238E27FC236}">
                <a16:creationId xmlns:a16="http://schemas.microsoft.com/office/drawing/2014/main" id="{7A796919-0608-B2A5-1091-7C748BA52B9D}"/>
              </a:ext>
            </a:extLst>
          </p:cNvPr>
          <p:cNvSpPr txBox="1"/>
          <p:nvPr/>
        </p:nvSpPr>
        <p:spPr>
          <a:xfrm>
            <a:off x="10040470" y="1467091"/>
            <a:ext cx="1658471" cy="415498"/>
          </a:xfrm>
          <a:prstGeom prst="rect">
            <a:avLst/>
          </a:prstGeom>
          <a:noFill/>
        </p:spPr>
        <p:txBody>
          <a:bodyPr wrap="square" rtlCol="0">
            <a:spAutoFit/>
          </a:bodyPr>
          <a:lstStyle/>
          <a:p>
            <a:pPr algn="ctr"/>
            <a:r>
              <a:rPr lang="en-US" sz="1050" dirty="0"/>
              <a:t>Correlation of Forces and Means</a:t>
            </a:r>
          </a:p>
        </p:txBody>
      </p:sp>
      <p:sp>
        <p:nvSpPr>
          <p:cNvPr id="29" name="TextBox 28">
            <a:extLst>
              <a:ext uri="{FF2B5EF4-FFF2-40B4-BE49-F238E27FC236}">
                <a16:creationId xmlns:a16="http://schemas.microsoft.com/office/drawing/2014/main" id="{FEA30A0C-85D6-D4C6-3E38-6CA8C48E80C4}"/>
              </a:ext>
            </a:extLst>
          </p:cNvPr>
          <p:cNvSpPr txBox="1"/>
          <p:nvPr/>
        </p:nvSpPr>
        <p:spPr>
          <a:xfrm>
            <a:off x="905434" y="358588"/>
            <a:ext cx="2736647" cy="369332"/>
          </a:xfrm>
          <a:prstGeom prst="rect">
            <a:avLst/>
          </a:prstGeom>
          <a:noFill/>
        </p:spPr>
        <p:txBody>
          <a:bodyPr wrap="none" rtlCol="0">
            <a:spAutoFit/>
          </a:bodyPr>
          <a:lstStyle/>
          <a:p>
            <a:r>
              <a:rPr lang="en-US" dirty="0"/>
              <a:t>Mission Analysis Example</a:t>
            </a:r>
          </a:p>
        </p:txBody>
      </p:sp>
      <p:cxnSp>
        <p:nvCxnSpPr>
          <p:cNvPr id="31" name="Connector: Elbow 30">
            <a:extLst>
              <a:ext uri="{FF2B5EF4-FFF2-40B4-BE49-F238E27FC236}">
                <a16:creationId xmlns:a16="http://schemas.microsoft.com/office/drawing/2014/main" id="{60BAC798-3359-3C78-FF7A-5CD9143FECCB}"/>
              </a:ext>
            </a:extLst>
          </p:cNvPr>
          <p:cNvCxnSpPr>
            <a:stCxn id="4" idx="3"/>
            <a:endCxn id="20" idx="3"/>
          </p:cNvCxnSpPr>
          <p:nvPr/>
        </p:nvCxnSpPr>
        <p:spPr>
          <a:xfrm flipH="1">
            <a:off x="2635624" y="1516488"/>
            <a:ext cx="44824" cy="2396715"/>
          </a:xfrm>
          <a:prstGeom prst="bentConnector3">
            <a:avLst>
              <a:gd name="adj1" fmla="val -509995"/>
            </a:avLst>
          </a:prstGeom>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0A0C6CCA-F0B2-E330-2191-FB4BADEF03B6}"/>
              </a:ext>
            </a:extLst>
          </p:cNvPr>
          <p:cNvCxnSpPr/>
          <p:nvPr/>
        </p:nvCxnSpPr>
        <p:spPr>
          <a:xfrm>
            <a:off x="2635624" y="2599766"/>
            <a:ext cx="7082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394FD14E-D862-2CEA-0B02-57C3CD645F93}"/>
              </a:ext>
            </a:extLst>
          </p:cNvPr>
          <p:cNvCxnSpPr>
            <a:cxnSpLocks/>
          </p:cNvCxnSpPr>
          <p:nvPr/>
        </p:nvCxnSpPr>
        <p:spPr>
          <a:xfrm>
            <a:off x="2922494" y="3832412"/>
            <a:ext cx="3854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E6307AB8-DFF4-BEC3-0F20-85B6736BE6F0}"/>
              </a:ext>
            </a:extLst>
          </p:cNvPr>
          <p:cNvCxnSpPr>
            <a:cxnSpLocks/>
          </p:cNvCxnSpPr>
          <p:nvPr/>
        </p:nvCxnSpPr>
        <p:spPr>
          <a:xfrm>
            <a:off x="5109883" y="2599766"/>
            <a:ext cx="394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260F058-752F-FF92-6FE7-14C61D7F3F06}"/>
              </a:ext>
            </a:extLst>
          </p:cNvPr>
          <p:cNvCxnSpPr>
            <a:cxnSpLocks/>
            <a:stCxn id="8" idx="3"/>
          </p:cNvCxnSpPr>
          <p:nvPr/>
        </p:nvCxnSpPr>
        <p:spPr>
          <a:xfrm>
            <a:off x="5109883" y="3854822"/>
            <a:ext cx="242943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B7EEF183-D4F9-678D-EF2E-8ACDFAA8BCB6}"/>
              </a:ext>
            </a:extLst>
          </p:cNvPr>
          <p:cNvCxnSpPr>
            <a:stCxn id="11" idx="1"/>
            <a:endCxn id="27" idx="1"/>
          </p:cNvCxnSpPr>
          <p:nvPr/>
        </p:nvCxnSpPr>
        <p:spPr>
          <a:xfrm rot="10800000" flipV="1">
            <a:off x="7763435" y="2814919"/>
            <a:ext cx="12700" cy="2465292"/>
          </a:xfrm>
          <a:prstGeom prst="bentConnector3">
            <a:avLst>
              <a:gd name="adj1" fmla="val 1800000"/>
            </a:avLst>
          </a:prstGeom>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66F81210-631E-E35B-D87C-F545B9A2F483}"/>
              </a:ext>
            </a:extLst>
          </p:cNvPr>
          <p:cNvCxnSpPr/>
          <p:nvPr/>
        </p:nvCxnSpPr>
        <p:spPr>
          <a:xfrm>
            <a:off x="7566212" y="3859306"/>
            <a:ext cx="19722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6F7D1AFD-5B84-EF13-F396-270DE6920C44}"/>
              </a:ext>
            </a:extLst>
          </p:cNvPr>
          <p:cNvCxnSpPr>
            <a:endCxn id="10" idx="1"/>
          </p:cNvCxnSpPr>
          <p:nvPr/>
        </p:nvCxnSpPr>
        <p:spPr>
          <a:xfrm rot="5400000" flipH="1" flipV="1">
            <a:off x="7086599" y="2138084"/>
            <a:ext cx="1129554" cy="22411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3D267411-FC5A-EAFC-1E5B-5699C83E30A7}"/>
              </a:ext>
            </a:extLst>
          </p:cNvPr>
          <p:cNvCxnSpPr>
            <a:stCxn id="9" idx="3"/>
          </p:cNvCxnSpPr>
          <p:nvPr/>
        </p:nvCxnSpPr>
        <p:spPr>
          <a:xfrm>
            <a:off x="7315202" y="2581834"/>
            <a:ext cx="25101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07FB7AD9-FB3E-7042-3AA4-CCF58A4A665B}"/>
              </a:ext>
            </a:extLst>
          </p:cNvPr>
          <p:cNvCxnSpPr>
            <a:stCxn id="11" idx="3"/>
            <a:endCxn id="17" idx="2"/>
          </p:cNvCxnSpPr>
          <p:nvPr/>
        </p:nvCxnSpPr>
        <p:spPr>
          <a:xfrm flipV="1">
            <a:off x="9565341" y="2088777"/>
            <a:ext cx="1376082" cy="72614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F75D740F-6329-9651-E979-F898B19C53B6}"/>
              </a:ext>
            </a:extLst>
          </p:cNvPr>
          <p:cNvCxnSpPr>
            <a:stCxn id="10" idx="3"/>
            <a:endCxn id="28" idx="1"/>
          </p:cNvCxnSpPr>
          <p:nvPr/>
        </p:nvCxnSpPr>
        <p:spPr>
          <a:xfrm flipV="1">
            <a:off x="9565341" y="1674840"/>
            <a:ext cx="475129" cy="105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2175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8397</TotalTime>
  <Words>4659</Words>
  <Application>Microsoft Office PowerPoint</Application>
  <PresentationFormat>Widescreen</PresentationFormat>
  <Paragraphs>790</Paragraphs>
  <Slides>41</Slides>
  <Notes>9</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Mellen, Brian C. [US-US]</dc:creator>
  <cp:lastModifiedBy>Mellen, Brian C. [US-US]</cp:lastModifiedBy>
  <cp:revision>1</cp:revision>
  <dcterms:created xsi:type="dcterms:W3CDTF">2026-07-14T21:51:09Z</dcterms:created>
  <dcterms:modified xsi:type="dcterms:W3CDTF">2026-07-23T19:03:15Z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9182208-fc20-436a-a999-9f7d673923e8_Enabled">
    <vt:lpwstr>true</vt:lpwstr>
  </property>
  <property fmtid="{D5CDD505-2E9C-101B-9397-08002B2CF9AE}" pid="3" name="MSIP_Label_e9182208-fc20-436a-a999-9f7d673923e8_SetDate">
    <vt:lpwstr>2026-07-14T21:51:52Z</vt:lpwstr>
  </property>
  <property fmtid="{D5CDD505-2E9C-101B-9397-08002B2CF9AE}" pid="4" name="MSIP_Label_e9182208-fc20-436a-a999-9f7d673923e8_Method">
    <vt:lpwstr>Privileged</vt:lpwstr>
  </property>
  <property fmtid="{D5CDD505-2E9C-101B-9397-08002B2CF9AE}" pid="5" name="MSIP_Label_e9182208-fc20-436a-a999-9f7d673923e8_Name">
    <vt:lpwstr>Leidos Proprietary</vt:lpwstr>
  </property>
  <property fmtid="{D5CDD505-2E9C-101B-9397-08002B2CF9AE}" pid="6" name="MSIP_Label_e9182208-fc20-436a-a999-9f7d673923e8_SiteId">
    <vt:lpwstr>b64da4ac-e800-4cfc-8931-e607f720a1b8</vt:lpwstr>
  </property>
  <property fmtid="{D5CDD505-2E9C-101B-9397-08002B2CF9AE}" pid="7" name="MSIP_Label_e9182208-fc20-436a-a999-9f7d673923e8_ActionId">
    <vt:lpwstr>d551f34b-8a5d-4d29-8b15-e93e7f82e18b</vt:lpwstr>
  </property>
  <property fmtid="{D5CDD505-2E9C-101B-9397-08002B2CF9AE}" pid="8" name="MSIP_Label_e9182208-fc20-436a-a999-9f7d673923e8_ContentBits">
    <vt:lpwstr>3</vt:lpwstr>
  </property>
  <property fmtid="{D5CDD505-2E9C-101B-9397-08002B2CF9AE}" pid="9" name="MSIP_Label_e9182208-fc20-436a-a999-9f7d673923e8_Tag">
    <vt:lpwstr>10, 0, 1, 1</vt:lpwstr>
  </property>
  <property fmtid="{D5CDD505-2E9C-101B-9397-08002B2CF9AE}" pid="10" name="ClassificationContentMarkingFooterLocations">
    <vt:lpwstr>Office Theme:8</vt:lpwstr>
  </property>
  <property fmtid="{D5CDD505-2E9C-101B-9397-08002B2CF9AE}" pid="11" name="ClassificationContentMarkingFooterText">
    <vt:lpwstr>Leidos Proprietary</vt:lpwstr>
  </property>
</Properties>
</file>